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Calibri (MS) Bold" charset="1" panose="020F0702030404030204"/>
      <p:regular r:id="rId40"/>
    </p:embeddedFont>
    <p:embeddedFont>
      <p:font typeface="Cambria Bold" charset="1" panose="02040803050406030204"/>
      <p:regular r:id="rId41"/>
    </p:embeddedFont>
    <p:embeddedFont>
      <p:font typeface="Cambria" charset="1" panose="02040503050406030204"/>
      <p:regular r:id="rId42"/>
    </p:embeddedFont>
    <p:embeddedFont>
      <p:font typeface="Calibri (MS)" charset="1" panose="020F0502020204030204"/>
      <p:regular r:id="rId43"/>
    </p:embeddedFont>
    <p:embeddedFont>
      <p:font typeface="Calibri (MS) Italics" charset="1" panose="020F05020202040A0204"/>
      <p:regular r:id="rId47"/>
    </p:embeddedFont>
    <p:embeddedFont>
      <p:font typeface="Courier New" charset="1" panose="02070309020205020404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2.xml" Type="http://schemas.openxmlformats.org/officeDocument/2006/relationships/notesSlide"/><Relationship Id="rId45" Target="notesSlides/notesSlide3.xml" Type="http://schemas.openxmlformats.org/officeDocument/2006/relationships/notesSlide"/><Relationship Id="rId46" Target="notesSlides/notesSlide4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5.xml" Type="http://schemas.openxmlformats.org/officeDocument/2006/relationships/notesSlide"/><Relationship Id="rId49" Target="notesSlides/notesSlide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7.xml" Type="http://schemas.openxmlformats.org/officeDocument/2006/relationships/notesSlide"/><Relationship Id="rId51" Target="notesSlides/notesSlide8.xml" Type="http://schemas.openxmlformats.org/officeDocument/2006/relationships/notesSlide"/><Relationship Id="rId52" Target="notesSlides/notesSlide9.xml" Type="http://schemas.openxmlformats.org/officeDocument/2006/relationships/notesSlide"/><Relationship Id="rId53" Target="notesSlides/notesSlide10.xml" Type="http://schemas.openxmlformats.org/officeDocument/2006/relationships/notesSlide"/><Relationship Id="rId54" Target="notesSlides/notesSlide11.xml" Type="http://schemas.openxmlformats.org/officeDocument/2006/relationships/notesSlide"/><Relationship Id="rId55" Target="notesSlides/notesSlide12.xml" Type="http://schemas.openxmlformats.org/officeDocument/2006/relationships/notesSlide"/><Relationship Id="rId56" Target="notesSlides/notesSlide13.xml" Type="http://schemas.openxmlformats.org/officeDocument/2006/relationships/notesSlide"/><Relationship Id="rId57" Target="notesSlides/notesSlide14.xml" Type="http://schemas.openxmlformats.org/officeDocument/2006/relationships/notesSlide"/><Relationship Id="rId58" Target="notesSlides/notesSlide15.xml" Type="http://schemas.openxmlformats.org/officeDocument/2006/relationships/notesSlide"/><Relationship Id="rId59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7.xml" Type="http://schemas.openxmlformats.org/officeDocument/2006/relationships/notesSlide"/><Relationship Id="rId61" Target="notesSlides/notesSlide18.xml" Type="http://schemas.openxmlformats.org/officeDocument/2006/relationships/notesSlide"/><Relationship Id="rId62" Target="notesSlides/notesSlide19.xml" Type="http://schemas.openxmlformats.org/officeDocument/2006/relationships/notesSlide"/><Relationship Id="rId63" Target="notesSlides/notesSlide20.xml" Type="http://schemas.openxmlformats.org/officeDocument/2006/relationships/notesSlide"/><Relationship Id="rId64" Target="notesSlides/notesSlide21.xml" Type="http://schemas.openxmlformats.org/officeDocument/2006/relationships/notesSlide"/><Relationship Id="rId65" Target="notesSlides/notesSlide22.xml" Type="http://schemas.openxmlformats.org/officeDocument/2006/relationships/notesSlide"/><Relationship Id="rId66" Target="notesSlides/notesSlide23.xml" Type="http://schemas.openxmlformats.org/officeDocument/2006/relationships/notesSlide"/><Relationship Id="rId67" Target="notesSlides/notesSlide24.xml" Type="http://schemas.openxmlformats.org/officeDocument/2006/relationships/notesSlide"/><Relationship Id="rId68" Target="fonts/font68.fntdata" Type="http://schemas.openxmlformats.org/officeDocument/2006/relationships/font"/><Relationship Id="rId69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75" Target="notesSlides/notesSlide31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Báo cáo kết quả của Nhóm 6: các chức năng ứng dụng My File đã làm được, kèm trạng thái hoàn thành.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Sáu nhóm chức năng, chín màn hình, hơn ba mươi tính năng — tất cả hoàn thành và hoạt động.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Sáu nhóm chức năng, mỗi nhóm đều có dấu tích hoàn thành. Các phần sau đi vào chi tiết kèm ảnh minh họa.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Kết quả triển khai: chạy trên Android 7 trở lên, 9 màn hình, build được APK, tích hợp từ 2 nhánh.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Nhóm 1.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Điều hướng: breadcrumb, tab dưới, back thông minh, đổi list/grid.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Sắp xếp đa tiêu chí: tên, kích thước, ngày; thư mục luôn đứng trước.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Tìm kiếm lọc nhanh không phân biệt hoa thường, có màn hình riêng và lịch sử.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Ngăn chọn bộ nhớ: bộ nhớ trong, thẻ ngoài kèm dung lượng, thư mục nhanh.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Nhóm 2.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Menu thao tác: tạo, đổi tên, xóa, chia sẻ, thuộc tính, nén — trên từng tệp.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 chuyển &amp; sao chép qua FolderPicker, hỗ trợ cut-paste, xử lý trùng tên, tiến trình.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Chọn nhiều để thao tác hàng loạt, có thanh công cụ và tiến trình.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Nhóm 3.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Thùng rác: xóa mềm, khôi phục, xóa hẳn có xác nhận, hàng loạt, nhóm theo ngày.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Vòng đời: xóa (ngày 0) → giữ 30 ngày có thể khôi phục → tự động xóa vĩnh viễn.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Nhóm 4.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Xem ảnh toàn màn hình, zoom PhotoView, vuốt chuyển ảnh, có chỉ số.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Phát video MP4 trong app bằng ExoPlayer, có play/pause và tua.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Text viewer đọc nhiều định dạng, cuộn mượt, hiển thị đúng mã hóa.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EXIF viewer hiển thị máy ảnh, thông số chụp, GPS, thời gian, kích thước, hướng.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Nhóm 5.</a:t>
            </a:r>
          </a:p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Nén và giải nén trong app, có tiến trình chạy nền, tự đặt tên tránh trùng.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Zip Slip: kiểm tra tên entry và canonical path; phát hiện độc hại thì ném lỗi, hủy và dọn dẹp.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Nhóm 6.</a:t>
            </a:r>
          </a:p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Vault ẩn tệp riêng tư, hỗ trợ bulk, khôi phục, và ẩn thư mục hệ thống.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Mở Vault: cử chỉ ẩn → xác thực mật khẩu → vào màn hình Vault xem và khôi phục tệp.</a:t>
            </a:r>
          </a:p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Bảng tổng hợp trạng thái từng chức năng — tất cả đều đã hoàn thành.</a:t>
            </a:r>
          </a:p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Bảng tổng hợp trạng thái từng chức năng — tất cả đều đã hoàn thành.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Tổng kết định lượng: 6/6 nhóm, 30+ tính năng, 9 màn hình, 10 operation, 4 viewer, 41 file Java.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Kết luận: 100% mục tiêu, ổn định, sẵn sàng demo. Điểm nổi bật và hướng phát triển. Cảm ơn &amp; Q&amp;A.</a:t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Relationship Id="rId6" Target="../media/image3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4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5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6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7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8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9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9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0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0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22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23.png" Type="http://schemas.openxmlformats.org/officeDocument/2006/relationships/image"/><Relationship Id="rId7" Target="../media/image10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Relationship Id="rId5" Target="../media/image11.png" Type="http://schemas.openxmlformats.org/officeDocument/2006/relationships/image"/><Relationship Id="rId6" Target="../media/image10.png" Type="http://schemas.openxmlformats.org/officeDocument/2006/relationships/image"/><Relationship Id="rId7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65853" y="-2196274"/>
            <a:ext cx="7686961" cy="7686961"/>
            <a:chOff x="0" y="0"/>
            <a:chExt cx="10249281" cy="102492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9281" cy="10249281"/>
            </a:xfrm>
            <a:custGeom>
              <a:avLst/>
              <a:gdLst/>
              <a:ahLst/>
              <a:cxnLst/>
              <a:rect r="r" b="b" t="t" l="l"/>
              <a:pathLst>
                <a:path h="10249281" w="10249281">
                  <a:moveTo>
                    <a:pt x="0" y="5124704"/>
                  </a:moveTo>
                  <a:cubicBezTo>
                    <a:pt x="0" y="2294382"/>
                    <a:pt x="2294382" y="0"/>
                    <a:pt x="5124704" y="0"/>
                  </a:cubicBezTo>
                  <a:cubicBezTo>
                    <a:pt x="7955026" y="0"/>
                    <a:pt x="10249281" y="2294382"/>
                    <a:pt x="10249281" y="5124704"/>
                  </a:cubicBezTo>
                  <a:cubicBezTo>
                    <a:pt x="10249281" y="7955026"/>
                    <a:pt x="7954899" y="10249281"/>
                    <a:pt x="5124704" y="10249281"/>
                  </a:cubicBezTo>
                  <a:cubicBezTo>
                    <a:pt x="2294509" y="10249281"/>
                    <a:pt x="0" y="7954899"/>
                    <a:pt x="0" y="5124704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4667088"/>
            <a:ext cx="5765225" cy="5765225"/>
            <a:chOff x="0" y="0"/>
            <a:chExt cx="7686967" cy="7686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7686929"/>
            </a:xfrm>
            <a:custGeom>
              <a:avLst/>
              <a:gdLst/>
              <a:ahLst/>
              <a:cxnLst/>
              <a:rect r="r" b="b" t="t" l="l"/>
              <a:pathLst>
                <a:path h="7686929" w="7686929">
                  <a:moveTo>
                    <a:pt x="0" y="3843528"/>
                  </a:moveTo>
                  <a:cubicBezTo>
                    <a:pt x="0" y="1720723"/>
                    <a:pt x="1720723" y="0"/>
                    <a:pt x="3843528" y="0"/>
                  </a:cubicBezTo>
                  <a:cubicBezTo>
                    <a:pt x="5966333" y="0"/>
                    <a:pt x="7686929" y="1720723"/>
                    <a:pt x="7686929" y="3843528"/>
                  </a:cubicBezTo>
                  <a:cubicBezTo>
                    <a:pt x="7686929" y="5966333"/>
                    <a:pt x="5966206" y="7686929"/>
                    <a:pt x="3843528" y="7686929"/>
                  </a:cubicBezTo>
                  <a:cubicBezTo>
                    <a:pt x="1720850" y="7686929"/>
                    <a:pt x="0" y="5966206"/>
                    <a:pt x="0" y="3843528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6774" y="1098137"/>
            <a:ext cx="1647206" cy="1647206"/>
            <a:chOff x="0" y="0"/>
            <a:chExt cx="2196274" cy="21962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211" cy="2196211"/>
            </a:xfrm>
            <a:custGeom>
              <a:avLst/>
              <a:gdLst/>
              <a:ahLst/>
              <a:cxnLst/>
              <a:rect r="r" b="b" t="t" l="l"/>
              <a:pathLst>
                <a:path h="2196211" w="2196211">
                  <a:moveTo>
                    <a:pt x="0" y="570992"/>
                  </a:moveTo>
                  <a:cubicBezTo>
                    <a:pt x="0" y="255651"/>
                    <a:pt x="255651" y="0"/>
                    <a:pt x="570992" y="0"/>
                  </a:cubicBezTo>
                  <a:lnTo>
                    <a:pt x="1625219" y="0"/>
                  </a:lnTo>
                  <a:cubicBezTo>
                    <a:pt x="1940560" y="0"/>
                    <a:pt x="2196211" y="255651"/>
                    <a:pt x="2196211" y="570992"/>
                  </a:cubicBezTo>
                  <a:lnTo>
                    <a:pt x="2196211" y="1625219"/>
                  </a:lnTo>
                  <a:cubicBezTo>
                    <a:pt x="2196211" y="1940560"/>
                    <a:pt x="1940560" y="2196211"/>
                    <a:pt x="1625219" y="2196211"/>
                  </a:cubicBezTo>
                  <a:lnTo>
                    <a:pt x="570992" y="2196211"/>
                  </a:lnTo>
                  <a:cubicBezTo>
                    <a:pt x="255651" y="2196338"/>
                    <a:pt x="0" y="1940560"/>
                    <a:pt x="0" y="1625219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62100" y="1493463"/>
            <a:ext cx="856545" cy="856545"/>
            <a:chOff x="0" y="0"/>
            <a:chExt cx="1142060" cy="114206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42111" cy="1142111"/>
            </a:xfrm>
            <a:custGeom>
              <a:avLst/>
              <a:gdLst/>
              <a:ahLst/>
              <a:cxnLst/>
              <a:rect r="r" b="b" t="t" l="l"/>
              <a:pathLst>
                <a:path h="1142111" w="1142111">
                  <a:moveTo>
                    <a:pt x="0" y="0"/>
                  </a:moveTo>
                  <a:lnTo>
                    <a:pt x="1142111" y="0"/>
                  </a:lnTo>
                  <a:lnTo>
                    <a:pt x="1142111" y="1142111"/>
                  </a:lnTo>
                  <a:lnTo>
                    <a:pt x="0" y="1142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3225784"/>
            <a:ext cx="12354049" cy="549069"/>
            <a:chOff x="0" y="0"/>
            <a:chExt cx="16472065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72069" cy="732092"/>
            </a:xfrm>
            <a:custGeom>
              <a:avLst/>
              <a:gdLst/>
              <a:ahLst/>
              <a:cxnLst/>
              <a:rect r="r" b="b" t="t" l="l"/>
              <a:pathLst>
                <a:path h="732092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472065" cy="779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b="true" sz="210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BÁO CÁO KẾT QUẢ · NHÓM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6774" y="3774853"/>
            <a:ext cx="13726725" cy="1647206"/>
            <a:chOff x="0" y="0"/>
            <a:chExt cx="18302300" cy="21962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302298" cy="2196276"/>
            </a:xfrm>
            <a:custGeom>
              <a:avLst/>
              <a:gdLst/>
              <a:ahLst/>
              <a:cxnLst/>
              <a:rect r="r" b="b" t="t" l="l"/>
              <a:pathLst>
                <a:path h="2196276" w="18302298">
                  <a:moveTo>
                    <a:pt x="0" y="0"/>
                  </a:moveTo>
                  <a:lnTo>
                    <a:pt x="18302298" y="0"/>
                  </a:lnTo>
                  <a:lnTo>
                    <a:pt x="18302298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8302300" cy="2205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8"/>
                </a:lnSpc>
              </a:pPr>
              <a:r>
                <a:rPr lang="en-US" sz="9007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 File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5402" y="5422059"/>
            <a:ext cx="15099392" cy="823608"/>
            <a:chOff x="0" y="0"/>
            <a:chExt cx="20132523" cy="1098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32529" cy="1098138"/>
            </a:xfrm>
            <a:custGeom>
              <a:avLst/>
              <a:gdLst/>
              <a:ahLst/>
              <a:cxnLst/>
              <a:rect r="r" b="b" t="t" l="l"/>
              <a:pathLst>
                <a:path h="1098138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132523" cy="1117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>
                  <a:solidFill>
                    <a:srgbClr val="CFE3EE"/>
                  </a:solidFill>
                  <a:latin typeface="Cambria"/>
                  <a:ea typeface="Cambria"/>
                  <a:cs typeface="Cambria"/>
                  <a:sym typeface="Cambria"/>
                </a:rPr>
                <a:t>Ứng dụng Quản lý Tệp Android — Các chức năng đã hoàn thành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5877" y="6785200"/>
            <a:ext cx="3793912" cy="1391736"/>
            <a:chOff x="0" y="0"/>
            <a:chExt cx="5058550" cy="1855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58537" cy="1855597"/>
            </a:xfrm>
            <a:custGeom>
              <a:avLst/>
              <a:gdLst/>
              <a:ahLst/>
              <a:cxnLst/>
              <a:rect r="r" b="b" t="t" l="l"/>
              <a:pathLst>
                <a:path h="1855597" w="5058537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4835906" y="0"/>
                  </a:lnTo>
                  <a:cubicBezTo>
                    <a:pt x="4958842" y="0"/>
                    <a:pt x="5058537" y="99695"/>
                    <a:pt x="5058537" y="222631"/>
                  </a:cubicBezTo>
                  <a:lnTo>
                    <a:pt x="5058537" y="1632966"/>
                  </a:lnTo>
                  <a:cubicBezTo>
                    <a:pt x="5058537" y="1755902"/>
                    <a:pt x="4958842" y="1855597"/>
                    <a:pt x="4835906" y="1855597"/>
                  </a:cubicBezTo>
                  <a:lnTo>
                    <a:pt x="222631" y="1855597"/>
                  </a:lnTo>
                  <a:cubicBezTo>
                    <a:pt x="99695" y="1855597"/>
                    <a:pt x="0" y="1755902"/>
                    <a:pt x="0" y="1632966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5402" y="6932000"/>
            <a:ext cx="3774853" cy="823608"/>
            <a:chOff x="0" y="0"/>
            <a:chExt cx="5033137" cy="1098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33132" cy="1098138"/>
            </a:xfrm>
            <a:custGeom>
              <a:avLst/>
              <a:gdLst/>
              <a:ahLst/>
              <a:cxnLst/>
              <a:rect r="r" b="b" t="t" l="l"/>
              <a:pathLst>
                <a:path h="1098138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033137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6/6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5402" y="7686961"/>
            <a:ext cx="3774853" cy="411804"/>
            <a:chOff x="0" y="0"/>
            <a:chExt cx="5033137" cy="549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33132" cy="549069"/>
            </a:xfrm>
            <a:custGeom>
              <a:avLst/>
              <a:gdLst/>
              <a:ahLst/>
              <a:cxnLst/>
              <a:rect r="r" b="b" t="t" l="l"/>
              <a:pathLst>
                <a:path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12" r="0" b="-1286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033137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nhóm chức năng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43887" y="6785200"/>
            <a:ext cx="3793912" cy="1391736"/>
            <a:chOff x="0" y="0"/>
            <a:chExt cx="5058550" cy="18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58537" cy="1855597"/>
            </a:xfrm>
            <a:custGeom>
              <a:avLst/>
              <a:gdLst/>
              <a:ahLst/>
              <a:cxnLst/>
              <a:rect r="r" b="b" t="t" l="l"/>
              <a:pathLst>
                <a:path h="1855597" w="5058537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4835906" y="0"/>
                  </a:lnTo>
                  <a:cubicBezTo>
                    <a:pt x="4958842" y="0"/>
                    <a:pt x="5058537" y="99695"/>
                    <a:pt x="5058537" y="222631"/>
                  </a:cubicBezTo>
                  <a:lnTo>
                    <a:pt x="5058537" y="1632966"/>
                  </a:lnTo>
                  <a:cubicBezTo>
                    <a:pt x="5058537" y="1755902"/>
                    <a:pt x="4958842" y="1855597"/>
                    <a:pt x="4835906" y="1855597"/>
                  </a:cubicBezTo>
                  <a:lnTo>
                    <a:pt x="222631" y="1855597"/>
                  </a:lnTo>
                  <a:cubicBezTo>
                    <a:pt x="99695" y="1855597"/>
                    <a:pt x="0" y="1755902"/>
                    <a:pt x="0" y="1632966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353421" y="6932000"/>
            <a:ext cx="3774853" cy="823608"/>
            <a:chOff x="0" y="0"/>
            <a:chExt cx="5033137" cy="1098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33132" cy="1098138"/>
            </a:xfrm>
            <a:custGeom>
              <a:avLst/>
              <a:gdLst/>
              <a:ahLst/>
              <a:cxnLst/>
              <a:rect r="r" b="b" t="t" l="l"/>
              <a:pathLst>
                <a:path h="1098138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033137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30+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3421" y="7686961"/>
            <a:ext cx="3774853" cy="411804"/>
            <a:chOff x="0" y="0"/>
            <a:chExt cx="5033137" cy="5490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33132" cy="549069"/>
            </a:xfrm>
            <a:custGeom>
              <a:avLst/>
              <a:gdLst/>
              <a:ahLst/>
              <a:cxnLst/>
              <a:rect r="r" b="b" t="t" l="l"/>
              <a:pathLst>
                <a:path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12" r="0" b="-1286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33137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tính năng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61906" y="6785200"/>
            <a:ext cx="3793912" cy="1391736"/>
            <a:chOff x="0" y="0"/>
            <a:chExt cx="5058550" cy="18556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58537" cy="1855597"/>
            </a:xfrm>
            <a:custGeom>
              <a:avLst/>
              <a:gdLst/>
              <a:ahLst/>
              <a:cxnLst/>
              <a:rect r="r" b="b" t="t" l="l"/>
              <a:pathLst>
                <a:path h="1855597" w="5058537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4835906" y="0"/>
                  </a:lnTo>
                  <a:cubicBezTo>
                    <a:pt x="4958842" y="0"/>
                    <a:pt x="5058537" y="99695"/>
                    <a:pt x="5058537" y="222631"/>
                  </a:cubicBezTo>
                  <a:lnTo>
                    <a:pt x="5058537" y="1632966"/>
                  </a:lnTo>
                  <a:cubicBezTo>
                    <a:pt x="5058537" y="1755902"/>
                    <a:pt x="4958842" y="1855597"/>
                    <a:pt x="4835906" y="1855597"/>
                  </a:cubicBezTo>
                  <a:lnTo>
                    <a:pt x="222631" y="1855597"/>
                  </a:lnTo>
                  <a:cubicBezTo>
                    <a:pt x="99695" y="1855597"/>
                    <a:pt x="0" y="1755902"/>
                    <a:pt x="0" y="1632966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71441" y="6932000"/>
            <a:ext cx="3774853" cy="823608"/>
            <a:chOff x="0" y="0"/>
            <a:chExt cx="5033137" cy="1098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33132" cy="1098138"/>
            </a:xfrm>
            <a:custGeom>
              <a:avLst/>
              <a:gdLst/>
              <a:ahLst/>
              <a:cxnLst/>
              <a:rect r="r" b="b" t="t" l="l"/>
              <a:pathLst>
                <a:path h="1098138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033137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71441" y="7686961"/>
            <a:ext cx="3774853" cy="411804"/>
            <a:chOff x="0" y="0"/>
            <a:chExt cx="5033137" cy="549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33132" cy="549069"/>
            </a:xfrm>
            <a:custGeom>
              <a:avLst/>
              <a:gdLst/>
              <a:ahLst/>
              <a:cxnLst/>
              <a:rect r="r" b="b" t="t" l="l"/>
              <a:pathLst>
                <a:path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12" r="0" b="-12861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33137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Java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KẾT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Kết quả đạt được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2402176"/>
            <a:ext cx="16472068" cy="686333"/>
            <a:chOff x="0" y="0"/>
            <a:chExt cx="21962758" cy="9151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62758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Hoàn thành đầy đủ 6 nhóm chức năng đề ra, tất cả đều chạy được và tích hợp trong một ứng dụng thống nhất.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1338" y="3284877"/>
            <a:ext cx="3999814" cy="2627138"/>
            <a:chOff x="0" y="0"/>
            <a:chExt cx="5333086" cy="35028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3238" cy="3502914"/>
            </a:xfrm>
            <a:custGeom>
              <a:avLst/>
              <a:gdLst/>
              <a:ahLst/>
              <a:cxnLst/>
              <a:rect r="r" b="b" t="t" l="l"/>
              <a:pathLst>
                <a:path h="3502914" w="533323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148834" y="0"/>
                  </a:lnTo>
                  <a:cubicBezTo>
                    <a:pt x="5250688" y="0"/>
                    <a:pt x="5333238" y="82550"/>
                    <a:pt x="5333238" y="184404"/>
                  </a:cubicBezTo>
                  <a:lnTo>
                    <a:pt x="5333238" y="3318510"/>
                  </a:lnTo>
                  <a:cubicBezTo>
                    <a:pt x="5333238" y="3420364"/>
                    <a:pt x="5250688" y="3502914"/>
                    <a:pt x="514883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60872" y="3706216"/>
            <a:ext cx="3980755" cy="1235402"/>
            <a:chOff x="0" y="0"/>
            <a:chExt cx="5307673" cy="1647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7667" cy="1647207"/>
            </a:xfrm>
            <a:custGeom>
              <a:avLst/>
              <a:gdLst/>
              <a:ahLst/>
              <a:cxnLst/>
              <a:rect r="r" b="b" t="t" l="l"/>
              <a:pathLst>
                <a:path h="164720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307673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E9E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6/6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872" y="4941618"/>
            <a:ext cx="3980755" cy="686333"/>
            <a:chOff x="0" y="0"/>
            <a:chExt cx="5307673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nhóm chức năng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16436" y="3284877"/>
            <a:ext cx="3999814" cy="2627138"/>
            <a:chOff x="0" y="0"/>
            <a:chExt cx="5333086" cy="3502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33238" cy="3502914"/>
            </a:xfrm>
            <a:custGeom>
              <a:avLst/>
              <a:gdLst/>
              <a:ahLst/>
              <a:cxnLst/>
              <a:rect r="r" b="b" t="t" l="l"/>
              <a:pathLst>
                <a:path h="3502914" w="533323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148834" y="0"/>
                  </a:lnTo>
                  <a:cubicBezTo>
                    <a:pt x="5250688" y="0"/>
                    <a:pt x="5333238" y="82550"/>
                    <a:pt x="5333238" y="184404"/>
                  </a:cubicBezTo>
                  <a:lnTo>
                    <a:pt x="5333238" y="3318510"/>
                  </a:lnTo>
                  <a:cubicBezTo>
                    <a:pt x="5333238" y="3420364"/>
                    <a:pt x="5250688" y="3502914"/>
                    <a:pt x="514883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325970" y="3706216"/>
            <a:ext cx="3980755" cy="1235402"/>
            <a:chOff x="0" y="0"/>
            <a:chExt cx="5307673" cy="16472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7667" cy="1647207"/>
            </a:xfrm>
            <a:custGeom>
              <a:avLst/>
              <a:gdLst/>
              <a:ahLst/>
              <a:cxnLst/>
              <a:rect r="r" b="b" t="t" l="l"/>
              <a:pathLst>
                <a:path h="164720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307673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25970" y="4941618"/>
            <a:ext cx="3980755" cy="686333"/>
            <a:chOff x="0" y="0"/>
            <a:chExt cx="5307673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màn hình (Activity)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81534" y="3284877"/>
            <a:ext cx="3999814" cy="2627138"/>
            <a:chOff x="0" y="0"/>
            <a:chExt cx="5333086" cy="3502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3238" cy="3502914"/>
            </a:xfrm>
            <a:custGeom>
              <a:avLst/>
              <a:gdLst/>
              <a:ahLst/>
              <a:cxnLst/>
              <a:rect r="r" b="b" t="t" l="l"/>
              <a:pathLst>
                <a:path h="3502914" w="533323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148834" y="0"/>
                  </a:lnTo>
                  <a:cubicBezTo>
                    <a:pt x="5250688" y="0"/>
                    <a:pt x="5333238" y="82550"/>
                    <a:pt x="5333238" y="184404"/>
                  </a:cubicBezTo>
                  <a:lnTo>
                    <a:pt x="5333238" y="3318510"/>
                  </a:lnTo>
                  <a:cubicBezTo>
                    <a:pt x="5333238" y="3420364"/>
                    <a:pt x="5250688" y="3502914"/>
                    <a:pt x="514883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691068" y="3706216"/>
            <a:ext cx="3980755" cy="1235402"/>
            <a:chOff x="0" y="0"/>
            <a:chExt cx="5307673" cy="16472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7667" cy="1647207"/>
            </a:xfrm>
            <a:custGeom>
              <a:avLst/>
              <a:gdLst/>
              <a:ahLst/>
              <a:cxnLst/>
              <a:rect r="r" b="b" t="t" l="l"/>
              <a:pathLst>
                <a:path h="164720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307673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E887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30+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1068" y="4941618"/>
            <a:ext cx="3980755" cy="686333"/>
            <a:chOff x="0" y="0"/>
            <a:chExt cx="5307673" cy="915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tính năng cụ thể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46632" y="3284877"/>
            <a:ext cx="3999814" cy="2627138"/>
            <a:chOff x="0" y="0"/>
            <a:chExt cx="5333086" cy="35028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33238" cy="3502914"/>
            </a:xfrm>
            <a:custGeom>
              <a:avLst/>
              <a:gdLst/>
              <a:ahLst/>
              <a:cxnLst/>
              <a:rect r="r" b="b" t="t" l="l"/>
              <a:pathLst>
                <a:path h="3502914" w="533323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148834" y="0"/>
                  </a:lnTo>
                  <a:cubicBezTo>
                    <a:pt x="5250688" y="0"/>
                    <a:pt x="5333238" y="82550"/>
                    <a:pt x="5333238" y="184404"/>
                  </a:cubicBezTo>
                  <a:lnTo>
                    <a:pt x="5333238" y="3318510"/>
                  </a:lnTo>
                  <a:cubicBezTo>
                    <a:pt x="5333238" y="3420364"/>
                    <a:pt x="5250688" y="3502914"/>
                    <a:pt x="514883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056166" y="3706216"/>
            <a:ext cx="3980755" cy="1235402"/>
            <a:chOff x="0" y="0"/>
            <a:chExt cx="5307673" cy="16472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7667" cy="1647207"/>
            </a:xfrm>
            <a:custGeom>
              <a:avLst/>
              <a:gdLst/>
              <a:ahLst/>
              <a:cxnLst/>
              <a:rect r="r" b="b" t="t" l="l"/>
              <a:pathLst>
                <a:path h="1647207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307673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E4A6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056166" y="4941618"/>
            <a:ext cx="3980755" cy="686333"/>
            <a:chOff x="0" y="0"/>
            <a:chExt cx="5307673" cy="9151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trình xem tích hợp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1338" y="6442024"/>
            <a:ext cx="16422500" cy="2215344"/>
            <a:chOff x="0" y="0"/>
            <a:chExt cx="21896667" cy="29537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896705" cy="2953893"/>
            </a:xfrm>
            <a:custGeom>
              <a:avLst/>
              <a:gdLst/>
              <a:ahLst/>
              <a:cxnLst/>
              <a:rect r="r" b="b" t="t" l="l"/>
              <a:pathLst>
                <a:path h="2953893" w="21896705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21712047" y="0"/>
                  </a:lnTo>
                  <a:cubicBezTo>
                    <a:pt x="21814028" y="0"/>
                    <a:pt x="21896705" y="82677"/>
                    <a:pt x="21896705" y="184658"/>
                  </a:cubicBezTo>
                  <a:lnTo>
                    <a:pt x="21896705" y="2769235"/>
                  </a:lnTo>
                  <a:cubicBezTo>
                    <a:pt x="21896705" y="2871216"/>
                    <a:pt x="21814028" y="2953893"/>
                    <a:pt x="21712047" y="2953893"/>
                  </a:cubicBezTo>
                  <a:lnTo>
                    <a:pt x="184658" y="2953893"/>
                  </a:lnTo>
                  <a:cubicBezTo>
                    <a:pt x="82677" y="2953766"/>
                    <a:pt x="0" y="2871089"/>
                    <a:pt x="0" y="27692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72676" y="6726098"/>
            <a:ext cx="8236039" cy="549069"/>
            <a:chOff x="0" y="0"/>
            <a:chExt cx="10981385" cy="7320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81379" cy="732092"/>
            </a:xfrm>
            <a:custGeom>
              <a:avLst/>
              <a:gdLst/>
              <a:ahLst/>
              <a:cxnLst/>
              <a:rect r="r" b="b" t="t" l="l"/>
              <a:pathLst>
                <a:path h="732092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0981385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độ hoàn thành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2676" y="7481068"/>
            <a:ext cx="12903117" cy="686333"/>
            <a:chOff x="0" y="0"/>
            <a:chExt cx="17204157" cy="9151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204182" cy="915162"/>
            </a:xfrm>
            <a:custGeom>
              <a:avLst/>
              <a:gdLst/>
              <a:ahLst/>
              <a:cxnLst/>
              <a:rect r="r" b="b" t="t" l="l"/>
              <a:pathLst>
                <a:path h="915162" w="1720418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16746601" y="0"/>
                  </a:lnTo>
                  <a:cubicBezTo>
                    <a:pt x="16999331" y="0"/>
                    <a:pt x="17204182" y="204851"/>
                    <a:pt x="17204182" y="457581"/>
                  </a:cubicBezTo>
                  <a:cubicBezTo>
                    <a:pt x="17204182" y="710311"/>
                    <a:pt x="16999331" y="915162"/>
                    <a:pt x="16746601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E2E9E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72676" y="7481068"/>
            <a:ext cx="12903117" cy="686333"/>
            <a:chOff x="0" y="0"/>
            <a:chExt cx="17204157" cy="9151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204182" cy="915162"/>
            </a:xfrm>
            <a:custGeom>
              <a:avLst/>
              <a:gdLst/>
              <a:ahLst/>
              <a:cxnLst/>
              <a:rect r="r" b="b" t="t" l="l"/>
              <a:pathLst>
                <a:path h="915162" w="1720418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16746601" y="0"/>
                  </a:lnTo>
                  <a:cubicBezTo>
                    <a:pt x="16999331" y="0"/>
                    <a:pt x="17204182" y="204851"/>
                    <a:pt x="17204182" y="457581"/>
                  </a:cubicBezTo>
                  <a:cubicBezTo>
                    <a:pt x="17204182" y="710311"/>
                    <a:pt x="16999331" y="915162"/>
                    <a:pt x="16746601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550323" y="7343794"/>
            <a:ext cx="2470814" cy="960872"/>
            <a:chOff x="0" y="0"/>
            <a:chExt cx="3294418" cy="12811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94414" cy="1281161"/>
            </a:xfrm>
            <a:custGeom>
              <a:avLst/>
              <a:gdLst/>
              <a:ahLst/>
              <a:cxnLst/>
              <a:rect r="r" b="b" t="t" l="l"/>
              <a:pathLst>
                <a:path h="1281161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294418" cy="1290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1E9E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QUAN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Bản đồ chức năng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1338" y="2529916"/>
            <a:ext cx="5303853" cy="2970314"/>
            <a:chOff x="0" y="0"/>
            <a:chExt cx="7071804" cy="3960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741" cy="3960368"/>
            </a:xfrm>
            <a:custGeom>
              <a:avLst/>
              <a:gdLst/>
              <a:ahLst/>
              <a:cxnLst/>
              <a:rect r="r" b="b" t="t" l="l"/>
              <a:pathLst>
                <a:path h="3960368" w="7071741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7591" y="0"/>
                  </a:lnTo>
                  <a:cubicBezTo>
                    <a:pt x="6989318" y="0"/>
                    <a:pt x="7071741" y="82423"/>
                    <a:pt x="7071741" y="184150"/>
                  </a:cubicBezTo>
                  <a:lnTo>
                    <a:pt x="7071741" y="3776218"/>
                  </a:lnTo>
                  <a:cubicBezTo>
                    <a:pt x="7071741" y="3877945"/>
                    <a:pt x="6989318" y="3960368"/>
                    <a:pt x="6887591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2978696"/>
            <a:ext cx="1166774" cy="1166774"/>
            <a:chOff x="0" y="0"/>
            <a:chExt cx="1555699" cy="15556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404495"/>
                  </a:moveTo>
                  <a:cubicBezTo>
                    <a:pt x="0" y="181102"/>
                    <a:pt x="181102" y="0"/>
                    <a:pt x="404495" y="0"/>
                  </a:cubicBezTo>
                  <a:lnTo>
                    <a:pt x="1151255" y="0"/>
                  </a:lnTo>
                  <a:cubicBezTo>
                    <a:pt x="1374648" y="0"/>
                    <a:pt x="1555750" y="181102"/>
                    <a:pt x="1555750" y="404495"/>
                  </a:cubicBezTo>
                  <a:lnTo>
                    <a:pt x="1555750" y="1151255"/>
                  </a:lnTo>
                  <a:cubicBezTo>
                    <a:pt x="1555750" y="1374648"/>
                    <a:pt x="1374648" y="1555750"/>
                    <a:pt x="1151255" y="1555750"/>
                  </a:cubicBezTo>
                  <a:lnTo>
                    <a:pt x="404495" y="1555750"/>
                  </a:lnTo>
                  <a:cubicBezTo>
                    <a:pt x="181102" y="1555750"/>
                    <a:pt x="0" y="1374648"/>
                    <a:pt x="0" y="115125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52702" y="3258722"/>
            <a:ext cx="606723" cy="606723"/>
            <a:chOff x="0" y="0"/>
            <a:chExt cx="808965" cy="80896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08990" cy="808990"/>
            </a:xfrm>
            <a:custGeom>
              <a:avLst/>
              <a:gdLst/>
              <a:ahLst/>
              <a:cxnLst/>
              <a:rect r="r" b="b" t="t" l="l"/>
              <a:pathLst>
                <a:path h="808990" w="808990">
                  <a:moveTo>
                    <a:pt x="0" y="0"/>
                  </a:moveTo>
                  <a:lnTo>
                    <a:pt x="808990" y="0"/>
                  </a:lnTo>
                  <a:lnTo>
                    <a:pt x="808990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94598" y="2978696"/>
            <a:ext cx="549069" cy="549069"/>
            <a:chOff x="0" y="0"/>
            <a:chExt cx="732092" cy="7320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63235" y="3047333"/>
            <a:ext cx="411804" cy="411804"/>
            <a:chOff x="0" y="0"/>
            <a:chExt cx="549072" cy="54907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2676" y="4351372"/>
            <a:ext cx="4461186" cy="480431"/>
            <a:chOff x="0" y="0"/>
            <a:chExt cx="5948248" cy="6405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8247" cy="640580"/>
            </a:xfrm>
            <a:custGeom>
              <a:avLst/>
              <a:gdLst/>
              <a:ahLst/>
              <a:cxnLst/>
              <a:rect r="r" b="b" t="t" l="l"/>
              <a:pathLst>
                <a:path h="640580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948248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Duyệt &amp; Điều hướng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2676" y="4818078"/>
            <a:ext cx="4529823" cy="549069"/>
            <a:chOff x="0" y="0"/>
            <a:chExt cx="6039764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39758" cy="732092"/>
            </a:xfrm>
            <a:custGeom>
              <a:avLst/>
              <a:gdLst/>
              <a:ahLst/>
              <a:cxnLst/>
              <a:rect r="r" b="b" t="t" l="l"/>
              <a:pathLst>
                <a:path h="732092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03976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Breadcrumb · Sort · Search · List/Grid · Bộ nhớ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75387" y="2529916"/>
            <a:ext cx="5303853" cy="2970314"/>
            <a:chOff x="0" y="0"/>
            <a:chExt cx="7071804" cy="39604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71741" cy="3960368"/>
            </a:xfrm>
            <a:custGeom>
              <a:avLst/>
              <a:gdLst/>
              <a:ahLst/>
              <a:cxnLst/>
              <a:rect r="r" b="b" t="t" l="l"/>
              <a:pathLst>
                <a:path h="3960368" w="7071741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7591" y="0"/>
                  </a:lnTo>
                  <a:cubicBezTo>
                    <a:pt x="6989318" y="0"/>
                    <a:pt x="7071741" y="82423"/>
                    <a:pt x="7071741" y="184150"/>
                  </a:cubicBezTo>
                  <a:lnTo>
                    <a:pt x="7071741" y="3776218"/>
                  </a:lnTo>
                  <a:cubicBezTo>
                    <a:pt x="7071741" y="3877945"/>
                    <a:pt x="6989318" y="3960368"/>
                    <a:pt x="6887591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096716" y="2978696"/>
            <a:ext cx="1166774" cy="1166774"/>
            <a:chOff x="0" y="0"/>
            <a:chExt cx="1555699" cy="15556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404495"/>
                  </a:moveTo>
                  <a:cubicBezTo>
                    <a:pt x="0" y="181102"/>
                    <a:pt x="181102" y="0"/>
                    <a:pt x="404495" y="0"/>
                  </a:cubicBezTo>
                  <a:lnTo>
                    <a:pt x="1151255" y="0"/>
                  </a:lnTo>
                  <a:cubicBezTo>
                    <a:pt x="1374648" y="0"/>
                    <a:pt x="1555750" y="181102"/>
                    <a:pt x="1555750" y="404495"/>
                  </a:cubicBezTo>
                  <a:lnTo>
                    <a:pt x="1555750" y="1151255"/>
                  </a:lnTo>
                  <a:cubicBezTo>
                    <a:pt x="1555750" y="1374648"/>
                    <a:pt x="1374648" y="1555750"/>
                    <a:pt x="1151255" y="1555750"/>
                  </a:cubicBezTo>
                  <a:lnTo>
                    <a:pt x="404495" y="1555750"/>
                  </a:lnTo>
                  <a:cubicBezTo>
                    <a:pt x="181102" y="1555750"/>
                    <a:pt x="0" y="1374648"/>
                    <a:pt x="0" y="1151255"/>
                  </a:cubicBezTo>
                  <a:close/>
                </a:path>
              </a:pathLst>
            </a:custGeom>
            <a:solidFill>
              <a:srgbClr val="E8873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76741" y="3258722"/>
            <a:ext cx="606723" cy="606723"/>
            <a:chOff x="0" y="0"/>
            <a:chExt cx="808965" cy="808965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808990" cy="808990"/>
            </a:xfrm>
            <a:custGeom>
              <a:avLst/>
              <a:gdLst/>
              <a:ahLst/>
              <a:cxnLst/>
              <a:rect r="r" b="b" t="t" l="l"/>
              <a:pathLst>
                <a:path h="808990" w="808990">
                  <a:moveTo>
                    <a:pt x="0" y="0"/>
                  </a:moveTo>
                  <a:lnTo>
                    <a:pt x="808990" y="0"/>
                  </a:lnTo>
                  <a:lnTo>
                    <a:pt x="808990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118647" y="2978696"/>
            <a:ext cx="549069" cy="549069"/>
            <a:chOff x="0" y="0"/>
            <a:chExt cx="732092" cy="7320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187284" y="3047333"/>
            <a:ext cx="411804" cy="411804"/>
            <a:chOff x="0" y="0"/>
            <a:chExt cx="549072" cy="54907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096716" y="4351372"/>
            <a:ext cx="4461186" cy="480431"/>
            <a:chOff x="0" y="0"/>
            <a:chExt cx="5948248" cy="6405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8247" cy="640580"/>
            </a:xfrm>
            <a:custGeom>
              <a:avLst/>
              <a:gdLst/>
              <a:ahLst/>
              <a:cxnLst/>
              <a:rect r="r" b="b" t="t" l="l"/>
              <a:pathLst>
                <a:path h="640580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948248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Thao tác file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96716" y="4818078"/>
            <a:ext cx="4529823" cy="549069"/>
            <a:chOff x="0" y="0"/>
            <a:chExt cx="6039764" cy="7320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39758" cy="732092"/>
            </a:xfrm>
            <a:custGeom>
              <a:avLst/>
              <a:gdLst/>
              <a:ahLst/>
              <a:cxnLst/>
              <a:rect r="r" b="b" t="t" l="l"/>
              <a:pathLst>
                <a:path h="732092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03976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Tạo · Rename · Move · Copy · Cut · Xóa · Share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99426" y="2529916"/>
            <a:ext cx="5303853" cy="2970314"/>
            <a:chOff x="0" y="0"/>
            <a:chExt cx="7071804" cy="39604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71741" cy="3960368"/>
            </a:xfrm>
            <a:custGeom>
              <a:avLst/>
              <a:gdLst/>
              <a:ahLst/>
              <a:cxnLst/>
              <a:rect r="r" b="b" t="t" l="l"/>
              <a:pathLst>
                <a:path h="3960368" w="7071741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7591" y="0"/>
                  </a:lnTo>
                  <a:cubicBezTo>
                    <a:pt x="6989318" y="0"/>
                    <a:pt x="7071741" y="82423"/>
                    <a:pt x="7071741" y="184150"/>
                  </a:cubicBezTo>
                  <a:lnTo>
                    <a:pt x="7071741" y="3776218"/>
                  </a:lnTo>
                  <a:cubicBezTo>
                    <a:pt x="7071741" y="3877945"/>
                    <a:pt x="6989318" y="3960368"/>
                    <a:pt x="6887591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820764" y="2978696"/>
            <a:ext cx="1166774" cy="1166774"/>
            <a:chOff x="0" y="0"/>
            <a:chExt cx="1555699" cy="15556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404495"/>
                  </a:moveTo>
                  <a:cubicBezTo>
                    <a:pt x="0" y="181102"/>
                    <a:pt x="181102" y="0"/>
                    <a:pt x="404495" y="0"/>
                  </a:cubicBezTo>
                  <a:lnTo>
                    <a:pt x="1151255" y="0"/>
                  </a:lnTo>
                  <a:cubicBezTo>
                    <a:pt x="1374648" y="0"/>
                    <a:pt x="1555750" y="181102"/>
                    <a:pt x="1555750" y="404495"/>
                  </a:cubicBezTo>
                  <a:lnTo>
                    <a:pt x="1555750" y="1151255"/>
                  </a:lnTo>
                  <a:cubicBezTo>
                    <a:pt x="1555750" y="1374648"/>
                    <a:pt x="1374648" y="1555750"/>
                    <a:pt x="1151255" y="1555750"/>
                  </a:cubicBezTo>
                  <a:lnTo>
                    <a:pt x="404495" y="1555750"/>
                  </a:lnTo>
                  <a:cubicBezTo>
                    <a:pt x="181102" y="1555750"/>
                    <a:pt x="0" y="1374648"/>
                    <a:pt x="0" y="1151255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100790" y="3258722"/>
            <a:ext cx="606723" cy="606723"/>
            <a:chOff x="0" y="0"/>
            <a:chExt cx="808965" cy="808965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08990" cy="808990"/>
            </a:xfrm>
            <a:custGeom>
              <a:avLst/>
              <a:gdLst/>
              <a:ahLst/>
              <a:cxnLst/>
              <a:rect r="r" b="b" t="t" l="l"/>
              <a:pathLst>
                <a:path h="808990" w="808990">
                  <a:moveTo>
                    <a:pt x="0" y="0"/>
                  </a:moveTo>
                  <a:lnTo>
                    <a:pt x="808990" y="0"/>
                  </a:lnTo>
                  <a:lnTo>
                    <a:pt x="808990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842686" y="2978696"/>
            <a:ext cx="549069" cy="549069"/>
            <a:chOff x="0" y="0"/>
            <a:chExt cx="732092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911323" y="3047333"/>
            <a:ext cx="411804" cy="411804"/>
            <a:chOff x="0" y="0"/>
            <a:chExt cx="549072" cy="549072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820764" y="4351372"/>
            <a:ext cx="4461186" cy="480431"/>
            <a:chOff x="0" y="0"/>
            <a:chExt cx="5948248" cy="6405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48247" cy="640580"/>
            </a:xfrm>
            <a:custGeom>
              <a:avLst/>
              <a:gdLst/>
              <a:ahLst/>
              <a:cxnLst/>
              <a:rect r="r" b="b" t="t" l="l"/>
              <a:pathLst>
                <a:path h="640580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948248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Thùng rác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820764" y="4818078"/>
            <a:ext cx="4529823" cy="549069"/>
            <a:chOff x="0" y="0"/>
            <a:chExt cx="6039764" cy="7320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39758" cy="732092"/>
            </a:xfrm>
            <a:custGeom>
              <a:avLst/>
              <a:gdLst/>
              <a:ahLst/>
              <a:cxnLst/>
              <a:rect r="r" b="b" t="t" l="l"/>
              <a:pathLst>
                <a:path h="732092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03976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Xóa mềm · Tự xóa 30 ngày · Khôi phục · Bulk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1338" y="5920416"/>
            <a:ext cx="5303853" cy="2970314"/>
            <a:chOff x="0" y="0"/>
            <a:chExt cx="7071804" cy="39604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71741" cy="3960368"/>
            </a:xfrm>
            <a:custGeom>
              <a:avLst/>
              <a:gdLst/>
              <a:ahLst/>
              <a:cxnLst/>
              <a:rect r="r" b="b" t="t" l="l"/>
              <a:pathLst>
                <a:path h="3960368" w="7071741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7591" y="0"/>
                  </a:lnTo>
                  <a:cubicBezTo>
                    <a:pt x="6989318" y="0"/>
                    <a:pt x="7071741" y="82423"/>
                    <a:pt x="7071741" y="184150"/>
                  </a:cubicBezTo>
                  <a:lnTo>
                    <a:pt x="7071741" y="3776218"/>
                  </a:lnTo>
                  <a:cubicBezTo>
                    <a:pt x="7071741" y="3877945"/>
                    <a:pt x="6989318" y="3960368"/>
                    <a:pt x="6887591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372676" y="6369196"/>
            <a:ext cx="1166774" cy="1166774"/>
            <a:chOff x="0" y="0"/>
            <a:chExt cx="1555699" cy="15556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404495"/>
                  </a:moveTo>
                  <a:cubicBezTo>
                    <a:pt x="0" y="181102"/>
                    <a:pt x="181102" y="0"/>
                    <a:pt x="404495" y="0"/>
                  </a:cubicBezTo>
                  <a:lnTo>
                    <a:pt x="1151255" y="0"/>
                  </a:lnTo>
                  <a:cubicBezTo>
                    <a:pt x="1374648" y="0"/>
                    <a:pt x="1555750" y="181102"/>
                    <a:pt x="1555750" y="404495"/>
                  </a:cubicBezTo>
                  <a:lnTo>
                    <a:pt x="1555750" y="1151255"/>
                  </a:lnTo>
                  <a:cubicBezTo>
                    <a:pt x="1555750" y="1374648"/>
                    <a:pt x="1374648" y="1555750"/>
                    <a:pt x="1151255" y="1555750"/>
                  </a:cubicBezTo>
                  <a:lnTo>
                    <a:pt x="404495" y="1555750"/>
                  </a:lnTo>
                  <a:cubicBezTo>
                    <a:pt x="181102" y="1555750"/>
                    <a:pt x="0" y="1374648"/>
                    <a:pt x="0" y="115125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652702" y="6649222"/>
            <a:ext cx="606723" cy="606723"/>
            <a:chOff x="0" y="0"/>
            <a:chExt cx="808965" cy="808965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808990" cy="808990"/>
            </a:xfrm>
            <a:custGeom>
              <a:avLst/>
              <a:gdLst/>
              <a:ahLst/>
              <a:cxnLst/>
              <a:rect r="r" b="b" t="t" l="l"/>
              <a:pathLst>
                <a:path h="808990" w="808990">
                  <a:moveTo>
                    <a:pt x="0" y="0"/>
                  </a:moveTo>
                  <a:lnTo>
                    <a:pt x="808990" y="0"/>
                  </a:lnTo>
                  <a:lnTo>
                    <a:pt x="808990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394598" y="6369196"/>
            <a:ext cx="549069" cy="549069"/>
            <a:chOff x="0" y="0"/>
            <a:chExt cx="732092" cy="7320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463235" y="6437833"/>
            <a:ext cx="411804" cy="411804"/>
            <a:chOff x="0" y="0"/>
            <a:chExt cx="549072" cy="549072"/>
          </a:xfrm>
        </p:grpSpPr>
        <p:sp>
          <p:nvSpPr>
            <p:cNvPr name="Freeform 72" id="72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72676" y="7741872"/>
            <a:ext cx="4461186" cy="480431"/>
            <a:chOff x="0" y="0"/>
            <a:chExt cx="5948248" cy="6405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948247" cy="640580"/>
            </a:xfrm>
            <a:custGeom>
              <a:avLst/>
              <a:gdLst/>
              <a:ahLst/>
              <a:cxnLst/>
              <a:rect r="r" b="b" t="t" l="l"/>
              <a:pathLst>
                <a:path h="640580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5948248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Trình xem nội dung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72676" y="8208578"/>
            <a:ext cx="4529823" cy="549069"/>
            <a:chOff x="0" y="0"/>
            <a:chExt cx="6039764" cy="7320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039758" cy="732092"/>
            </a:xfrm>
            <a:custGeom>
              <a:avLst/>
              <a:gdLst/>
              <a:ahLst/>
              <a:cxnLst/>
              <a:rect r="r" b="b" t="t" l="l"/>
              <a:pathLst>
                <a:path h="732092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603976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Ảnh · Video · Text · EXIF (trong app)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675387" y="5920416"/>
            <a:ext cx="5303853" cy="2970314"/>
            <a:chOff x="0" y="0"/>
            <a:chExt cx="7071804" cy="39604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071741" cy="3960368"/>
            </a:xfrm>
            <a:custGeom>
              <a:avLst/>
              <a:gdLst/>
              <a:ahLst/>
              <a:cxnLst/>
              <a:rect r="r" b="b" t="t" l="l"/>
              <a:pathLst>
                <a:path h="3960368" w="7071741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7591" y="0"/>
                  </a:lnTo>
                  <a:cubicBezTo>
                    <a:pt x="6989318" y="0"/>
                    <a:pt x="7071741" y="82423"/>
                    <a:pt x="7071741" y="184150"/>
                  </a:cubicBezTo>
                  <a:lnTo>
                    <a:pt x="7071741" y="3776218"/>
                  </a:lnTo>
                  <a:cubicBezTo>
                    <a:pt x="7071741" y="3877945"/>
                    <a:pt x="6989318" y="3960368"/>
                    <a:pt x="6887591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096716" y="6369196"/>
            <a:ext cx="1166774" cy="1166774"/>
            <a:chOff x="0" y="0"/>
            <a:chExt cx="1555699" cy="15556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404495"/>
                  </a:moveTo>
                  <a:cubicBezTo>
                    <a:pt x="0" y="181102"/>
                    <a:pt x="181102" y="0"/>
                    <a:pt x="404495" y="0"/>
                  </a:cubicBezTo>
                  <a:lnTo>
                    <a:pt x="1151255" y="0"/>
                  </a:lnTo>
                  <a:cubicBezTo>
                    <a:pt x="1374648" y="0"/>
                    <a:pt x="1555750" y="181102"/>
                    <a:pt x="1555750" y="404495"/>
                  </a:cubicBezTo>
                  <a:lnTo>
                    <a:pt x="1555750" y="1151255"/>
                  </a:lnTo>
                  <a:cubicBezTo>
                    <a:pt x="1555750" y="1374648"/>
                    <a:pt x="1374648" y="1555750"/>
                    <a:pt x="1151255" y="1555750"/>
                  </a:cubicBezTo>
                  <a:lnTo>
                    <a:pt x="404495" y="1555750"/>
                  </a:lnTo>
                  <a:cubicBezTo>
                    <a:pt x="181102" y="1555750"/>
                    <a:pt x="0" y="1374648"/>
                    <a:pt x="0" y="1151255"/>
                  </a:cubicBezTo>
                  <a:close/>
                </a:path>
              </a:pathLst>
            </a:custGeom>
            <a:solidFill>
              <a:srgbClr val="E8873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376741" y="6649222"/>
            <a:ext cx="606723" cy="606723"/>
            <a:chOff x="0" y="0"/>
            <a:chExt cx="808965" cy="808965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808990" cy="808990"/>
            </a:xfrm>
            <a:custGeom>
              <a:avLst/>
              <a:gdLst/>
              <a:ahLst/>
              <a:cxnLst/>
              <a:rect r="r" b="b" t="t" l="l"/>
              <a:pathLst>
                <a:path h="808990" w="808990">
                  <a:moveTo>
                    <a:pt x="0" y="0"/>
                  </a:moveTo>
                  <a:lnTo>
                    <a:pt x="808990" y="0"/>
                  </a:lnTo>
                  <a:lnTo>
                    <a:pt x="808990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118647" y="6369196"/>
            <a:ext cx="549069" cy="549069"/>
            <a:chOff x="0" y="0"/>
            <a:chExt cx="732092" cy="7320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187284" y="6437833"/>
            <a:ext cx="411804" cy="411804"/>
            <a:chOff x="0" y="0"/>
            <a:chExt cx="549072" cy="549072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096716" y="7741872"/>
            <a:ext cx="4461186" cy="480431"/>
            <a:chOff x="0" y="0"/>
            <a:chExt cx="5948248" cy="6405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48247" cy="640580"/>
            </a:xfrm>
            <a:custGeom>
              <a:avLst/>
              <a:gdLst/>
              <a:ahLst/>
              <a:cxnLst/>
              <a:rect r="r" b="b" t="t" l="l"/>
              <a:pathLst>
                <a:path h="640580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5948248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Nén / Giải nén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096716" y="8208578"/>
            <a:ext cx="4529823" cy="549069"/>
            <a:chOff x="0" y="0"/>
            <a:chExt cx="6039764" cy="7320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39758" cy="732092"/>
            </a:xfrm>
            <a:custGeom>
              <a:avLst/>
              <a:gdLst/>
              <a:ahLst/>
              <a:cxnLst/>
              <a:rect r="r" b="b" t="t" l="l"/>
              <a:pathLst>
                <a:path h="732092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603976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ZIP · Progress · Chống Zip Slip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399426" y="5920416"/>
            <a:ext cx="5303853" cy="2970314"/>
            <a:chOff x="0" y="0"/>
            <a:chExt cx="7071804" cy="396041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071741" cy="3960368"/>
            </a:xfrm>
            <a:custGeom>
              <a:avLst/>
              <a:gdLst/>
              <a:ahLst/>
              <a:cxnLst/>
              <a:rect r="r" b="b" t="t" l="l"/>
              <a:pathLst>
                <a:path h="3960368" w="7071741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7591" y="0"/>
                  </a:lnTo>
                  <a:cubicBezTo>
                    <a:pt x="6989318" y="0"/>
                    <a:pt x="7071741" y="82423"/>
                    <a:pt x="7071741" y="184150"/>
                  </a:cubicBezTo>
                  <a:lnTo>
                    <a:pt x="7071741" y="3776218"/>
                  </a:lnTo>
                  <a:cubicBezTo>
                    <a:pt x="7071741" y="3877945"/>
                    <a:pt x="6989318" y="3960368"/>
                    <a:pt x="6887591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2820764" y="6369196"/>
            <a:ext cx="1166774" cy="1166774"/>
            <a:chOff x="0" y="0"/>
            <a:chExt cx="1555699" cy="155569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404495"/>
                  </a:moveTo>
                  <a:cubicBezTo>
                    <a:pt x="0" y="181102"/>
                    <a:pt x="181102" y="0"/>
                    <a:pt x="404495" y="0"/>
                  </a:cubicBezTo>
                  <a:lnTo>
                    <a:pt x="1151255" y="0"/>
                  </a:lnTo>
                  <a:cubicBezTo>
                    <a:pt x="1374648" y="0"/>
                    <a:pt x="1555750" y="181102"/>
                    <a:pt x="1555750" y="404495"/>
                  </a:cubicBezTo>
                  <a:lnTo>
                    <a:pt x="1555750" y="1151255"/>
                  </a:lnTo>
                  <a:cubicBezTo>
                    <a:pt x="1555750" y="1374648"/>
                    <a:pt x="1374648" y="1555750"/>
                    <a:pt x="1151255" y="1555750"/>
                  </a:cubicBezTo>
                  <a:lnTo>
                    <a:pt x="404495" y="1555750"/>
                  </a:lnTo>
                  <a:cubicBezTo>
                    <a:pt x="181102" y="1555750"/>
                    <a:pt x="0" y="1374648"/>
                    <a:pt x="0" y="1151255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100790" y="6649222"/>
            <a:ext cx="606723" cy="606723"/>
            <a:chOff x="0" y="0"/>
            <a:chExt cx="808965" cy="80896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808990" cy="808990"/>
            </a:xfrm>
            <a:custGeom>
              <a:avLst/>
              <a:gdLst/>
              <a:ahLst/>
              <a:cxnLst/>
              <a:rect r="r" b="b" t="t" l="l"/>
              <a:pathLst>
                <a:path h="808990" w="808990">
                  <a:moveTo>
                    <a:pt x="0" y="0"/>
                  </a:moveTo>
                  <a:lnTo>
                    <a:pt x="808990" y="0"/>
                  </a:lnTo>
                  <a:lnTo>
                    <a:pt x="808990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3" b="3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6842686" y="6369196"/>
            <a:ext cx="549069" cy="549069"/>
            <a:chOff x="0" y="0"/>
            <a:chExt cx="732092" cy="7320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cubicBezTo>
                    <a:pt x="568198" y="0"/>
                    <a:pt x="732155" y="163830"/>
                    <a:pt x="732155" y="366014"/>
                  </a:cubicBezTo>
                  <a:cubicBezTo>
                    <a:pt x="732155" y="568198"/>
                    <a:pt x="568198" y="732155"/>
                    <a:pt x="366014" y="732155"/>
                  </a:cubicBez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6911323" y="6437833"/>
            <a:ext cx="411804" cy="411804"/>
            <a:chOff x="0" y="0"/>
            <a:chExt cx="549072" cy="549072"/>
          </a:xfrm>
        </p:grpSpPr>
        <p:sp>
          <p:nvSpPr>
            <p:cNvPr name="Freeform 104" id="104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820764" y="7741872"/>
            <a:ext cx="4461186" cy="480431"/>
            <a:chOff x="0" y="0"/>
            <a:chExt cx="5948248" cy="64057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948247" cy="640580"/>
            </a:xfrm>
            <a:custGeom>
              <a:avLst/>
              <a:gdLst/>
              <a:ahLst/>
              <a:cxnLst/>
              <a:rect r="r" b="b" t="t" l="l"/>
              <a:pathLst>
                <a:path h="640580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5948248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Két bảo mật (Vault)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820764" y="8208578"/>
            <a:ext cx="4529823" cy="549069"/>
            <a:chOff x="0" y="0"/>
            <a:chExt cx="6039764" cy="7320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039758" cy="732092"/>
            </a:xfrm>
            <a:custGeom>
              <a:avLst/>
              <a:gdLst/>
              <a:ahLst/>
              <a:cxnLst/>
              <a:rect r="r" b="b" t="t" l="l"/>
              <a:pathLst>
                <a:path h="732092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6039764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Cử chỉ ẩn · Mật khẩu · Ẩn tệp · Bulk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TRIỂN KHAI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Phạm vi &amp; Môi trường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9500" y="2813980"/>
            <a:ext cx="1098137" cy="1098137"/>
            <a:chOff x="0" y="0"/>
            <a:chExt cx="1464183" cy="14641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183" cy="1464183"/>
            </a:xfrm>
            <a:custGeom>
              <a:avLst/>
              <a:gdLst/>
              <a:ahLst/>
              <a:cxnLst/>
              <a:rect r="r" b="b" t="t" l="l"/>
              <a:pathLst>
                <a:path h="1464183" w="1464183">
                  <a:moveTo>
                    <a:pt x="0" y="380746"/>
                  </a:moveTo>
                  <a:cubicBezTo>
                    <a:pt x="0" y="170434"/>
                    <a:pt x="170434" y="0"/>
                    <a:pt x="380746" y="0"/>
                  </a:cubicBezTo>
                  <a:lnTo>
                    <a:pt x="1083437" y="0"/>
                  </a:lnTo>
                  <a:cubicBezTo>
                    <a:pt x="1293622" y="0"/>
                    <a:pt x="1464183" y="170434"/>
                    <a:pt x="1464183" y="380746"/>
                  </a:cubicBezTo>
                  <a:lnTo>
                    <a:pt x="1464183" y="1083437"/>
                  </a:lnTo>
                  <a:cubicBezTo>
                    <a:pt x="1464183" y="1293622"/>
                    <a:pt x="1293749" y="1464183"/>
                    <a:pt x="1083437" y="1464183"/>
                  </a:cubicBezTo>
                  <a:lnTo>
                    <a:pt x="380746" y="1464183"/>
                  </a:lnTo>
                  <a:cubicBezTo>
                    <a:pt x="170434" y="1464183"/>
                    <a:pt x="0" y="1293749"/>
                    <a:pt x="0" y="1083437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93057" y="3077528"/>
            <a:ext cx="571033" cy="571033"/>
            <a:chOff x="0" y="0"/>
            <a:chExt cx="761378" cy="76137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61365" cy="761365"/>
            </a:xfrm>
            <a:custGeom>
              <a:avLst/>
              <a:gdLst/>
              <a:ahLst/>
              <a:cxnLst/>
              <a:rect r="r" b="b" t="t" l="l"/>
              <a:pathLst>
                <a:path h="761365" w="761365">
                  <a:moveTo>
                    <a:pt x="0" y="0"/>
                  </a:moveTo>
                  <a:lnTo>
                    <a:pt x="761365" y="0"/>
                  </a:lnTo>
                  <a:lnTo>
                    <a:pt x="761365" y="761365"/>
                  </a:lnTo>
                  <a:lnTo>
                    <a:pt x="0" y="76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402176" y="2786529"/>
            <a:ext cx="8922372" cy="549069"/>
            <a:chOff x="0" y="0"/>
            <a:chExt cx="11896496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96494" cy="732092"/>
            </a:xfrm>
            <a:custGeom>
              <a:avLst/>
              <a:gdLst/>
              <a:ahLst/>
              <a:cxnLst/>
              <a:rect r="r" b="b" t="t" l="l"/>
              <a:pathLst>
                <a:path h="732092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89649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Nền tảng Android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02176" y="3335598"/>
            <a:ext cx="9059637" cy="549069"/>
            <a:chOff x="0" y="0"/>
            <a:chExt cx="12079516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79517" cy="732092"/>
            </a:xfrm>
            <a:custGeom>
              <a:avLst/>
              <a:gdLst/>
              <a:ahLst/>
              <a:cxnLst/>
              <a:rect r="r" b="b" t="t" l="l"/>
              <a:pathLst>
                <a:path h="732092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07951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minSdk 24 (Android 7.0+) · targetSdk 34 · Java 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9500" y="4323921"/>
            <a:ext cx="1098137" cy="1098137"/>
            <a:chOff x="0" y="0"/>
            <a:chExt cx="1464183" cy="14641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183" cy="1464183"/>
            </a:xfrm>
            <a:custGeom>
              <a:avLst/>
              <a:gdLst/>
              <a:ahLst/>
              <a:cxnLst/>
              <a:rect r="r" b="b" t="t" l="l"/>
              <a:pathLst>
                <a:path h="1464183" w="1464183">
                  <a:moveTo>
                    <a:pt x="0" y="380746"/>
                  </a:moveTo>
                  <a:cubicBezTo>
                    <a:pt x="0" y="170434"/>
                    <a:pt x="170434" y="0"/>
                    <a:pt x="380746" y="0"/>
                  </a:cubicBezTo>
                  <a:lnTo>
                    <a:pt x="1083437" y="0"/>
                  </a:lnTo>
                  <a:cubicBezTo>
                    <a:pt x="1293622" y="0"/>
                    <a:pt x="1464183" y="170434"/>
                    <a:pt x="1464183" y="380746"/>
                  </a:cubicBezTo>
                  <a:lnTo>
                    <a:pt x="1464183" y="1083437"/>
                  </a:lnTo>
                  <a:cubicBezTo>
                    <a:pt x="1464183" y="1293622"/>
                    <a:pt x="1293749" y="1464183"/>
                    <a:pt x="1083437" y="1464183"/>
                  </a:cubicBezTo>
                  <a:lnTo>
                    <a:pt x="380746" y="1464183"/>
                  </a:lnTo>
                  <a:cubicBezTo>
                    <a:pt x="170434" y="1464183"/>
                    <a:pt x="0" y="1293749"/>
                    <a:pt x="0" y="1083437"/>
                  </a:cubicBezTo>
                  <a:close/>
                </a:path>
              </a:pathLst>
            </a:custGeom>
            <a:solidFill>
              <a:srgbClr val="E8873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93057" y="4587469"/>
            <a:ext cx="571033" cy="571033"/>
            <a:chOff x="0" y="0"/>
            <a:chExt cx="761378" cy="76137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61365" cy="761365"/>
            </a:xfrm>
            <a:custGeom>
              <a:avLst/>
              <a:gdLst/>
              <a:ahLst/>
              <a:cxnLst/>
              <a:rect r="r" b="b" t="t" l="l"/>
              <a:pathLst>
                <a:path h="761365" w="761365">
                  <a:moveTo>
                    <a:pt x="0" y="0"/>
                  </a:moveTo>
                  <a:lnTo>
                    <a:pt x="761365" y="0"/>
                  </a:lnTo>
                  <a:lnTo>
                    <a:pt x="761365" y="761365"/>
                  </a:lnTo>
                  <a:lnTo>
                    <a:pt x="0" y="76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402176" y="4296461"/>
            <a:ext cx="8922372" cy="549069"/>
            <a:chOff x="0" y="0"/>
            <a:chExt cx="11896496" cy="732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96494" cy="732092"/>
            </a:xfrm>
            <a:custGeom>
              <a:avLst/>
              <a:gdLst/>
              <a:ahLst/>
              <a:cxnLst/>
              <a:rect r="r" b="b" t="t" l="l"/>
              <a:pathLst>
                <a:path h="732092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89649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màn hình hoạt động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02176" y="4845529"/>
            <a:ext cx="9059637" cy="549069"/>
            <a:chOff x="0" y="0"/>
            <a:chExt cx="12079516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79517" cy="732092"/>
            </a:xfrm>
            <a:custGeom>
              <a:avLst/>
              <a:gdLst/>
              <a:ahLst/>
              <a:cxnLst/>
              <a:rect r="r" b="b" t="t" l="l"/>
              <a:pathLst>
                <a:path h="732092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07951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Main, Search, Trash, FolderPicker, 4 Viewer, Vault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9500" y="5833853"/>
            <a:ext cx="1098137" cy="1098137"/>
            <a:chOff x="0" y="0"/>
            <a:chExt cx="1464183" cy="14641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4183" cy="1464183"/>
            </a:xfrm>
            <a:custGeom>
              <a:avLst/>
              <a:gdLst/>
              <a:ahLst/>
              <a:cxnLst/>
              <a:rect r="r" b="b" t="t" l="l"/>
              <a:pathLst>
                <a:path h="1464183" w="1464183">
                  <a:moveTo>
                    <a:pt x="0" y="380746"/>
                  </a:moveTo>
                  <a:cubicBezTo>
                    <a:pt x="0" y="170434"/>
                    <a:pt x="170434" y="0"/>
                    <a:pt x="380746" y="0"/>
                  </a:cubicBezTo>
                  <a:lnTo>
                    <a:pt x="1083437" y="0"/>
                  </a:lnTo>
                  <a:cubicBezTo>
                    <a:pt x="1293622" y="0"/>
                    <a:pt x="1464183" y="170434"/>
                    <a:pt x="1464183" y="380746"/>
                  </a:cubicBezTo>
                  <a:lnTo>
                    <a:pt x="1464183" y="1083437"/>
                  </a:lnTo>
                  <a:cubicBezTo>
                    <a:pt x="1464183" y="1293622"/>
                    <a:pt x="1293749" y="1464183"/>
                    <a:pt x="1083437" y="1464183"/>
                  </a:cubicBezTo>
                  <a:lnTo>
                    <a:pt x="380746" y="1464183"/>
                  </a:lnTo>
                  <a:cubicBezTo>
                    <a:pt x="170434" y="1464183"/>
                    <a:pt x="0" y="1293749"/>
                    <a:pt x="0" y="1083437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93057" y="6097410"/>
            <a:ext cx="571033" cy="571033"/>
            <a:chOff x="0" y="0"/>
            <a:chExt cx="761378" cy="76137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761365" cy="761365"/>
            </a:xfrm>
            <a:custGeom>
              <a:avLst/>
              <a:gdLst/>
              <a:ahLst/>
              <a:cxnLst/>
              <a:rect r="r" b="b" t="t" l="l"/>
              <a:pathLst>
                <a:path h="761365" w="761365">
                  <a:moveTo>
                    <a:pt x="0" y="0"/>
                  </a:moveTo>
                  <a:lnTo>
                    <a:pt x="761365" y="0"/>
                  </a:lnTo>
                  <a:lnTo>
                    <a:pt x="761365" y="761365"/>
                  </a:lnTo>
                  <a:lnTo>
                    <a:pt x="0" y="76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402176" y="5806402"/>
            <a:ext cx="8922372" cy="549069"/>
            <a:chOff x="0" y="0"/>
            <a:chExt cx="11896496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896494" cy="732092"/>
            </a:xfrm>
            <a:custGeom>
              <a:avLst/>
              <a:gdLst/>
              <a:ahLst/>
              <a:cxnLst/>
              <a:rect r="r" b="b" t="t" l="l"/>
              <a:pathLst>
                <a:path h="732092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189649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được APK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402176" y="6355471"/>
            <a:ext cx="9059637" cy="549069"/>
            <a:chOff x="0" y="0"/>
            <a:chExt cx="12079516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079517" cy="732092"/>
            </a:xfrm>
            <a:custGeom>
              <a:avLst/>
              <a:gdLst/>
              <a:ahLst/>
              <a:cxnLst/>
              <a:rect r="r" b="b" t="t" l="l"/>
              <a:pathLst>
                <a:path h="732092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07951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 workflow GitHub Actions tự động đóng gói APK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9500" y="7343794"/>
            <a:ext cx="1098137" cy="1098137"/>
            <a:chOff x="0" y="0"/>
            <a:chExt cx="1464183" cy="14641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4183" cy="1464183"/>
            </a:xfrm>
            <a:custGeom>
              <a:avLst/>
              <a:gdLst/>
              <a:ahLst/>
              <a:cxnLst/>
              <a:rect r="r" b="b" t="t" l="l"/>
              <a:pathLst>
                <a:path h="1464183" w="1464183">
                  <a:moveTo>
                    <a:pt x="0" y="380746"/>
                  </a:moveTo>
                  <a:cubicBezTo>
                    <a:pt x="0" y="170434"/>
                    <a:pt x="170434" y="0"/>
                    <a:pt x="380746" y="0"/>
                  </a:cubicBezTo>
                  <a:lnTo>
                    <a:pt x="1083437" y="0"/>
                  </a:lnTo>
                  <a:cubicBezTo>
                    <a:pt x="1293622" y="0"/>
                    <a:pt x="1464183" y="170434"/>
                    <a:pt x="1464183" y="380746"/>
                  </a:cubicBezTo>
                  <a:lnTo>
                    <a:pt x="1464183" y="1083437"/>
                  </a:lnTo>
                  <a:cubicBezTo>
                    <a:pt x="1464183" y="1293622"/>
                    <a:pt x="1293749" y="1464183"/>
                    <a:pt x="1083437" y="1464183"/>
                  </a:cubicBezTo>
                  <a:lnTo>
                    <a:pt x="380746" y="1464183"/>
                  </a:lnTo>
                  <a:cubicBezTo>
                    <a:pt x="170434" y="1464183"/>
                    <a:pt x="0" y="1293749"/>
                    <a:pt x="0" y="1083437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93057" y="7607351"/>
            <a:ext cx="571033" cy="571033"/>
            <a:chOff x="0" y="0"/>
            <a:chExt cx="761378" cy="761378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761365" cy="761365"/>
            </a:xfrm>
            <a:custGeom>
              <a:avLst/>
              <a:gdLst/>
              <a:ahLst/>
              <a:cxnLst/>
              <a:rect r="r" b="b" t="t" l="l"/>
              <a:pathLst>
                <a:path h="761365" w="761365">
                  <a:moveTo>
                    <a:pt x="0" y="0"/>
                  </a:moveTo>
                  <a:lnTo>
                    <a:pt x="761365" y="0"/>
                  </a:lnTo>
                  <a:lnTo>
                    <a:pt x="761365" y="761365"/>
                  </a:lnTo>
                  <a:lnTo>
                    <a:pt x="0" y="76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402176" y="7316343"/>
            <a:ext cx="8922372" cy="549069"/>
            <a:chOff x="0" y="0"/>
            <a:chExt cx="11896496" cy="7320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96494" cy="732092"/>
            </a:xfrm>
            <a:custGeom>
              <a:avLst/>
              <a:gdLst/>
              <a:ahLst/>
              <a:cxnLst/>
              <a:rect r="r" b="b" t="t" l="l"/>
              <a:pathLst>
                <a:path h="732092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189649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Tích hợp thống nhất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402176" y="7865412"/>
            <a:ext cx="9059637" cy="549069"/>
            <a:chOff x="0" y="0"/>
            <a:chExt cx="12079516" cy="7320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079517" cy="732092"/>
            </a:xfrm>
            <a:custGeom>
              <a:avLst/>
              <a:gdLst/>
              <a:ahLst/>
              <a:cxnLst/>
              <a:rect r="r" b="b" t="t" l="l"/>
              <a:pathLst>
                <a:path h="732092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207951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Hợp nhất 2 nhánh thành 1 mã nguồn · 41 file Java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202487" y="2593781"/>
            <a:ext cx="4558417" cy="6342888"/>
            <a:chOff x="0" y="0"/>
            <a:chExt cx="6077890" cy="8457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77966" cy="8457184"/>
            </a:xfrm>
            <a:custGeom>
              <a:avLst/>
              <a:gdLst/>
              <a:ahLst/>
              <a:cxnLst/>
              <a:rect r="r" b="b" t="t" l="l"/>
              <a:pathLst>
                <a:path h="8457184" w="6077966">
                  <a:moveTo>
                    <a:pt x="0" y="368427"/>
                  </a:moveTo>
                  <a:cubicBezTo>
                    <a:pt x="0" y="164973"/>
                    <a:pt x="164973" y="0"/>
                    <a:pt x="368427" y="0"/>
                  </a:cubicBezTo>
                  <a:lnTo>
                    <a:pt x="5709539" y="0"/>
                  </a:lnTo>
                  <a:cubicBezTo>
                    <a:pt x="5912993" y="0"/>
                    <a:pt x="6077966" y="164973"/>
                    <a:pt x="6077966" y="368427"/>
                  </a:cubicBezTo>
                  <a:lnTo>
                    <a:pt x="6077966" y="8088757"/>
                  </a:lnTo>
                  <a:cubicBezTo>
                    <a:pt x="6077966" y="8292211"/>
                    <a:pt x="5912993" y="8457184"/>
                    <a:pt x="5709539" y="8457184"/>
                  </a:cubicBezTo>
                  <a:lnTo>
                    <a:pt x="368427" y="8457184"/>
                  </a:lnTo>
                  <a:cubicBezTo>
                    <a:pt x="164973" y="8457184"/>
                    <a:pt x="0" y="8292211"/>
                    <a:pt x="0" y="8088757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726725" y="3363049"/>
            <a:ext cx="1509941" cy="192176"/>
            <a:chOff x="0" y="0"/>
            <a:chExt cx="2013255" cy="25623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520823" y="3541490"/>
            <a:ext cx="1921745" cy="1921745"/>
            <a:chOff x="0" y="0"/>
            <a:chExt cx="2562327" cy="25623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069892" y="4090568"/>
            <a:ext cx="823608" cy="823608"/>
            <a:chOff x="0" y="0"/>
            <a:chExt cx="1098144" cy="1098144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216784" y="5669137"/>
            <a:ext cx="4529823" cy="411804"/>
            <a:chOff x="0" y="0"/>
            <a:chExt cx="6039764" cy="549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39758" cy="549069"/>
            </a:xfrm>
            <a:custGeom>
              <a:avLst/>
              <a:gdLst/>
              <a:ahLst/>
              <a:cxnLst/>
              <a:rect r="r" b="b" t="t" l="l"/>
              <a:pathLst>
                <a:path h="549069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03976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559951" y="6149569"/>
            <a:ext cx="3843480" cy="686333"/>
            <a:chOff x="0" y="0"/>
            <a:chExt cx="5124640" cy="9151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4644" cy="915115"/>
            </a:xfrm>
            <a:custGeom>
              <a:avLst/>
              <a:gdLst/>
              <a:ahLst/>
              <a:cxnLst/>
              <a:rect r="r" b="b" t="t" l="l"/>
              <a:pathLst>
                <a:path h="915115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116" r="0" b="-5911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124640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chính của app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559951" y="8167402"/>
            <a:ext cx="3843480" cy="480431"/>
            <a:chOff x="0" y="0"/>
            <a:chExt cx="5124640" cy="6405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4644" cy="640580"/>
            </a:xfrm>
            <a:custGeom>
              <a:avLst/>
              <a:gdLst/>
              <a:ahLst/>
              <a:cxnLst/>
              <a:rect r="r" b="b" t="t" l="l"/>
              <a:pathLst>
                <a:path h="6405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5124640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9010" y="4941618"/>
            <a:ext cx="7137892" cy="7137892"/>
            <a:chOff x="0" y="0"/>
            <a:chExt cx="9517190" cy="9517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-2059010"/>
            <a:ext cx="6314294" cy="6314294"/>
            <a:chOff x="0" y="0"/>
            <a:chExt cx="8419059" cy="841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4209542"/>
                  </a:moveTo>
                  <a:cubicBezTo>
                    <a:pt x="0" y="1884680"/>
                    <a:pt x="1884680" y="0"/>
                    <a:pt x="4209542" y="0"/>
                  </a:cubicBezTo>
                  <a:cubicBezTo>
                    <a:pt x="6534404" y="0"/>
                    <a:pt x="8419084" y="1884680"/>
                    <a:pt x="8419084" y="4209542"/>
                  </a:cubicBezTo>
                  <a:cubicBezTo>
                    <a:pt x="8419084" y="6534404"/>
                    <a:pt x="6534404" y="8419084"/>
                    <a:pt x="4209542" y="8419084"/>
                  </a:cubicBezTo>
                  <a:cubicBezTo>
                    <a:pt x="1884680" y="8419084"/>
                    <a:pt x="0" y="6534404"/>
                    <a:pt x="0" y="4209542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3363049"/>
            <a:ext cx="8236039" cy="686333"/>
            <a:chOff x="0" y="0"/>
            <a:chExt cx="10981385" cy="915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385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039" y="3980755"/>
            <a:ext cx="13177657" cy="1509941"/>
            <a:chOff x="0" y="0"/>
            <a:chExt cx="17570209" cy="201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020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570209" cy="2022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Duyệt &amp; Điều hướng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5696588"/>
            <a:ext cx="13177657" cy="823608"/>
            <a:chOff x="0" y="0"/>
            <a:chExt cx="17570209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0207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57020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Breadcrumb · Sắp xếp · Tìm kiếm · List/Grid · Bộ nhớ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7598" y="6245657"/>
            <a:ext cx="2333539" cy="2333539"/>
            <a:chOff x="0" y="0"/>
            <a:chExt cx="3111386" cy="311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3111500">
                  <a:moveTo>
                    <a:pt x="0" y="808990"/>
                  </a:moveTo>
                  <a:cubicBezTo>
                    <a:pt x="0" y="362204"/>
                    <a:pt x="362204" y="0"/>
                    <a:pt x="808990" y="0"/>
                  </a:cubicBezTo>
                  <a:lnTo>
                    <a:pt x="2302510" y="0"/>
                  </a:lnTo>
                  <a:cubicBezTo>
                    <a:pt x="2749296" y="0"/>
                    <a:pt x="3111500" y="362204"/>
                    <a:pt x="3111500" y="808990"/>
                  </a:cubicBezTo>
                  <a:lnTo>
                    <a:pt x="3111500" y="2302510"/>
                  </a:lnTo>
                  <a:cubicBezTo>
                    <a:pt x="3111500" y="2749296"/>
                    <a:pt x="2749296" y="3111500"/>
                    <a:pt x="2302510" y="3111500"/>
                  </a:cubicBezTo>
                  <a:lnTo>
                    <a:pt x="808990" y="3111500"/>
                  </a:lnTo>
                  <a:cubicBezTo>
                    <a:pt x="362204" y="3111500"/>
                    <a:pt x="0" y="2749296"/>
                    <a:pt x="0" y="230251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7649" y="6805708"/>
            <a:ext cx="1213447" cy="1213447"/>
            <a:chOff x="0" y="0"/>
            <a:chExt cx="1617929" cy="161792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17980" cy="1617980"/>
            </a:xfrm>
            <a:custGeom>
              <a:avLst/>
              <a:gdLst/>
              <a:ahLst/>
              <a:cxnLst/>
              <a:rect r="r" b="b" t="t" l="l"/>
              <a:pathLst>
                <a:path h="1617980" w="1617980">
                  <a:moveTo>
                    <a:pt x="0" y="0"/>
                  </a:moveTo>
                  <a:lnTo>
                    <a:pt x="1617980" y="0"/>
                  </a:lnTo>
                  <a:lnTo>
                    <a:pt x="1617980" y="1617980"/>
                  </a:lnTo>
                  <a:lnTo>
                    <a:pt x="0" y="16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3142" y="7059730"/>
            <a:ext cx="3725285" cy="705402"/>
            <a:chOff x="0" y="0"/>
            <a:chExt cx="4967046" cy="940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940562"/>
            </a:xfrm>
            <a:custGeom>
              <a:avLst/>
              <a:gdLst/>
              <a:ahLst/>
              <a:cxnLst/>
              <a:rect r="r" b="b" t="t" l="l"/>
              <a:pathLst>
                <a:path h="940562" w="4967097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496816" y="0"/>
                  </a:lnTo>
                  <a:cubicBezTo>
                    <a:pt x="4756531" y="0"/>
                    <a:pt x="4967097" y="210566"/>
                    <a:pt x="4967097" y="470281"/>
                  </a:cubicBezTo>
                  <a:cubicBezTo>
                    <a:pt x="4967097" y="729996"/>
                    <a:pt x="4756531" y="940562"/>
                    <a:pt x="4496816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92304" y="7206529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9755" y="7233980"/>
            <a:ext cx="356892" cy="356892"/>
            <a:chOff x="0" y="0"/>
            <a:chExt cx="475856" cy="4758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27647" y="7069264"/>
            <a:ext cx="2813980" cy="686333"/>
            <a:chOff x="0" y="0"/>
            <a:chExt cx="375197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1971" cy="915115"/>
            </a:xfrm>
            <a:custGeom>
              <a:avLst/>
              <a:gdLst/>
              <a:ahLst/>
              <a:cxnLst/>
              <a:rect r="r" b="b" t="t" l="l"/>
              <a:pathLst>
                <a:path h="91511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51974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HOÀN THÀNH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DUYỆT &amp; ĐIỀU HƯỚNG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Điều hướng thư mục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Breadcrumb bấm được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Root › A › B, cuộn ngang, nhảy tới chặng bất kỳ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Thanh điều hướng dưới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 Gần đây (Recent) / Duyệt (Browse)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Nút Back thông minh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Lùi thư mục cha, xử lý nút back hệ thống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Chế độ List / Grid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Đổi danh sách ↔ lưới 3 cột, badge màu theo loại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duyệt + breadcrumb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DUYỆT &amp; ĐIỀU HƯỚNG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Sắp xếp (Sort)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 tên A→Z / Z→A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Sắp xếp bảng chữ cái hai chiều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 kích thước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Tăng dần / giảm dần dung lượng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Theo ngày sửa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Mới nhất / cũ nhất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Thư mục ưu tiên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Folder luôn đứng trước file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Hộp thoại chọn kiểu Sort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DUYỆT &amp; ĐIỀU HƯỚNG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Tìm kiếm (Search)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Lọc theo tên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Tìm trong thư mục hiện tại theo thời gian thực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Không phân biệt hoa/thường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Nhập kiểu nào cũng khớp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Xóa nhanh từ khóa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Nút X làm sạch ô tìm kiếm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Search riêng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SearchActivity + lịch sử tìm kiếm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Search + kết quả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DUYỆT &amp; ĐIỀU HƯỚNG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Chọn nguồn bộ nhớ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Ngăn kéo bộ nhớ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Nút ☰ mở drawer trái liệt kê nguồn lưu trữ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Bộ nhớ trong &amp; Thẻ ngoài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Hiển thị dung lượng trống / tổng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Thư mục nhanh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Download · DCIM · Documents một chạm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Drawer chọn bộ nhớ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9010" y="4941618"/>
            <a:ext cx="7137892" cy="7137892"/>
            <a:chOff x="0" y="0"/>
            <a:chExt cx="9517190" cy="9517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-2059010"/>
            <a:ext cx="6314294" cy="6314294"/>
            <a:chOff x="0" y="0"/>
            <a:chExt cx="8419059" cy="841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4209542"/>
                  </a:moveTo>
                  <a:cubicBezTo>
                    <a:pt x="0" y="1884680"/>
                    <a:pt x="1884680" y="0"/>
                    <a:pt x="4209542" y="0"/>
                  </a:cubicBezTo>
                  <a:cubicBezTo>
                    <a:pt x="6534404" y="0"/>
                    <a:pt x="8419084" y="1884680"/>
                    <a:pt x="8419084" y="4209542"/>
                  </a:cubicBezTo>
                  <a:cubicBezTo>
                    <a:pt x="8419084" y="6534404"/>
                    <a:pt x="6534404" y="8419084"/>
                    <a:pt x="4209542" y="8419084"/>
                  </a:cubicBezTo>
                  <a:cubicBezTo>
                    <a:pt x="1884680" y="8419084"/>
                    <a:pt x="0" y="6534404"/>
                    <a:pt x="0" y="4209542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3363049"/>
            <a:ext cx="8236039" cy="686333"/>
            <a:chOff x="0" y="0"/>
            <a:chExt cx="10981385" cy="915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385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039" y="3980755"/>
            <a:ext cx="13177657" cy="1509941"/>
            <a:chOff x="0" y="0"/>
            <a:chExt cx="17570209" cy="201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020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570209" cy="2022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Thao tác file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5696588"/>
            <a:ext cx="13177657" cy="823608"/>
            <a:chOff x="0" y="0"/>
            <a:chExt cx="17570209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0207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57020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Tạo · Đổi tên · Move · Copy · Xóa · Chia sẻ · Chọn nhiều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7598" y="6245657"/>
            <a:ext cx="2333539" cy="2333539"/>
            <a:chOff x="0" y="0"/>
            <a:chExt cx="3111386" cy="311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3111500">
                  <a:moveTo>
                    <a:pt x="0" y="808990"/>
                  </a:moveTo>
                  <a:cubicBezTo>
                    <a:pt x="0" y="362204"/>
                    <a:pt x="362204" y="0"/>
                    <a:pt x="808990" y="0"/>
                  </a:cubicBezTo>
                  <a:lnTo>
                    <a:pt x="2302510" y="0"/>
                  </a:lnTo>
                  <a:cubicBezTo>
                    <a:pt x="2749296" y="0"/>
                    <a:pt x="3111500" y="362204"/>
                    <a:pt x="3111500" y="808990"/>
                  </a:cubicBezTo>
                  <a:lnTo>
                    <a:pt x="3111500" y="2302510"/>
                  </a:lnTo>
                  <a:cubicBezTo>
                    <a:pt x="3111500" y="2749296"/>
                    <a:pt x="2749296" y="3111500"/>
                    <a:pt x="2302510" y="3111500"/>
                  </a:cubicBezTo>
                  <a:lnTo>
                    <a:pt x="808990" y="3111500"/>
                  </a:lnTo>
                  <a:cubicBezTo>
                    <a:pt x="362204" y="3111500"/>
                    <a:pt x="0" y="2749296"/>
                    <a:pt x="0" y="230251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7649" y="6805708"/>
            <a:ext cx="1213447" cy="1213447"/>
            <a:chOff x="0" y="0"/>
            <a:chExt cx="1617929" cy="161792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17980" cy="1617980"/>
            </a:xfrm>
            <a:custGeom>
              <a:avLst/>
              <a:gdLst/>
              <a:ahLst/>
              <a:cxnLst/>
              <a:rect r="r" b="b" t="t" l="l"/>
              <a:pathLst>
                <a:path h="1617980" w="1617980">
                  <a:moveTo>
                    <a:pt x="0" y="0"/>
                  </a:moveTo>
                  <a:lnTo>
                    <a:pt x="1617980" y="0"/>
                  </a:lnTo>
                  <a:lnTo>
                    <a:pt x="1617980" y="1617980"/>
                  </a:lnTo>
                  <a:lnTo>
                    <a:pt x="0" y="16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3142" y="7059730"/>
            <a:ext cx="3725285" cy="705402"/>
            <a:chOff x="0" y="0"/>
            <a:chExt cx="4967046" cy="940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940562"/>
            </a:xfrm>
            <a:custGeom>
              <a:avLst/>
              <a:gdLst/>
              <a:ahLst/>
              <a:cxnLst/>
              <a:rect r="r" b="b" t="t" l="l"/>
              <a:pathLst>
                <a:path h="940562" w="4967097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496816" y="0"/>
                  </a:lnTo>
                  <a:cubicBezTo>
                    <a:pt x="4756531" y="0"/>
                    <a:pt x="4967097" y="210566"/>
                    <a:pt x="4967097" y="470281"/>
                  </a:cubicBezTo>
                  <a:cubicBezTo>
                    <a:pt x="4967097" y="729996"/>
                    <a:pt x="4756531" y="940562"/>
                    <a:pt x="4496816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92304" y="7206529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9755" y="7233980"/>
            <a:ext cx="356892" cy="356892"/>
            <a:chOff x="0" y="0"/>
            <a:chExt cx="475856" cy="4758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27647" y="7069264"/>
            <a:ext cx="2813980" cy="686333"/>
            <a:chOff x="0" y="0"/>
            <a:chExt cx="375197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1971" cy="915115"/>
            </a:xfrm>
            <a:custGeom>
              <a:avLst/>
              <a:gdLst/>
              <a:ahLst/>
              <a:cxnLst/>
              <a:rect r="r" b="b" t="t" l="l"/>
              <a:pathLst>
                <a:path h="91511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51974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HOÀN THÀNH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THAO TÁC FILE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Menu thao tác tệp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617706"/>
            <a:chOff x="0" y="0"/>
            <a:chExt cx="12445568" cy="823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823603"/>
            </a:xfrm>
            <a:custGeom>
              <a:avLst/>
              <a:gdLst/>
              <a:ahLst/>
              <a:cxnLst/>
              <a:rect r="r" b="b" t="t" l="l"/>
              <a:pathLst>
                <a:path h="823603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Tạo thư mục / tệp trống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9500" y="3788578"/>
            <a:ext cx="466706" cy="466706"/>
            <a:chOff x="0" y="0"/>
            <a:chExt cx="622275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70686" y="3829755"/>
            <a:ext cx="384353" cy="384353"/>
            <a:chOff x="0" y="0"/>
            <a:chExt cx="512470" cy="51247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15843" y="3692490"/>
            <a:ext cx="9334176" cy="617706"/>
            <a:chOff x="0" y="0"/>
            <a:chExt cx="12445568" cy="8236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45563" cy="823603"/>
            </a:xfrm>
            <a:custGeom>
              <a:avLst/>
              <a:gdLst/>
              <a:ahLst/>
              <a:cxnLst/>
              <a:rect r="r" b="b" t="t" l="l"/>
              <a:pathLst>
                <a:path h="823603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2445568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Đổi tên (Rename)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9500" y="4804353"/>
            <a:ext cx="466706" cy="466706"/>
            <a:chOff x="0" y="0"/>
            <a:chExt cx="622275" cy="6222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70686" y="4845529"/>
            <a:ext cx="384353" cy="384353"/>
            <a:chOff x="0" y="0"/>
            <a:chExt cx="512470" cy="51247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4708265"/>
            <a:ext cx="9334176" cy="617706"/>
            <a:chOff x="0" y="0"/>
            <a:chExt cx="12445568" cy="823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445563" cy="823603"/>
            </a:xfrm>
            <a:custGeom>
              <a:avLst/>
              <a:gdLst/>
              <a:ahLst/>
              <a:cxnLst/>
              <a:rect r="r" b="b" t="t" l="l"/>
              <a:pathLst>
                <a:path h="823603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2445568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Xóa → đưa vào thùng rác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9500" y="5820127"/>
            <a:ext cx="466706" cy="466706"/>
            <a:chOff x="0" y="0"/>
            <a:chExt cx="622275" cy="6222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0686" y="5861314"/>
            <a:ext cx="384353" cy="384353"/>
            <a:chOff x="0" y="0"/>
            <a:chExt cx="512470" cy="51247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15843" y="5724039"/>
            <a:ext cx="9334176" cy="617706"/>
            <a:chOff x="0" y="0"/>
            <a:chExt cx="12445568" cy="8236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445563" cy="823603"/>
            </a:xfrm>
            <a:custGeom>
              <a:avLst/>
              <a:gdLst/>
              <a:ahLst/>
              <a:cxnLst/>
              <a:rect r="r" b="b" t="t" l="l"/>
              <a:pathLst>
                <a:path h="823603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2445568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Chia sẻ qua FileProvider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9500" y="6835912"/>
            <a:ext cx="466706" cy="466706"/>
            <a:chOff x="0" y="0"/>
            <a:chExt cx="622275" cy="6222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0686" y="6877088"/>
            <a:ext cx="384353" cy="384353"/>
            <a:chOff x="0" y="0"/>
            <a:chExt cx="512470" cy="51247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15843" y="6739823"/>
            <a:ext cx="9334176" cy="617706"/>
            <a:chOff x="0" y="0"/>
            <a:chExt cx="12445568" cy="8236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445563" cy="823603"/>
            </a:xfrm>
            <a:custGeom>
              <a:avLst/>
              <a:gdLst/>
              <a:ahLst/>
              <a:cxnLst/>
              <a:rect r="r" b="b" t="t" l="l"/>
              <a:pathLst>
                <a:path h="823603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2445568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Xem thuộc tính: tên · size · ngày · path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9500" y="7851686"/>
            <a:ext cx="466706" cy="466706"/>
            <a:chOff x="0" y="0"/>
            <a:chExt cx="622275" cy="6222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70686" y="7892863"/>
            <a:ext cx="384353" cy="384353"/>
            <a:chOff x="0" y="0"/>
            <a:chExt cx="512470" cy="51247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715843" y="7755598"/>
            <a:ext cx="9334176" cy="617706"/>
            <a:chOff x="0" y="0"/>
            <a:chExt cx="12445568" cy="8236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445563" cy="823603"/>
            </a:xfrm>
            <a:custGeom>
              <a:avLst/>
              <a:gdLst/>
              <a:ahLst/>
              <a:cxnLst/>
              <a:rect r="r" b="b" t="t" l="l"/>
              <a:pathLst>
                <a:path h="823603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2445568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Nén tệp thành ZIP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Menu chuột phải / long-press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THAO TÁC FILE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 chuyển &amp; Sao chép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Chọn thư mục đích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Màn hình FolderPicker duyệt tới nơi cần đến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Cắt / Dán (Cut – Paste)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Cắt tệp rồi dán ở thư mục bất kỳ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Xử lý trùng tên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Cảnh báo khi đích đã tồn tại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trình cho tệp lớn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Progress bar khi sao chép/di chuyển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FolderPicker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THAO TÁC FILE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Chọn nhiều &amp; Hàng loạt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Chế độ chọn nhiều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Bật multi-select với ô đánh dấu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Thao tác hàng loạt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Xóa · Move · Copy · Nén · Vào Vault cùng lúc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Thanh công cụ chọn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Hiển thị số lượng đã chọn, hủy nhanh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trình trực quan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Progress bar cho nhiều tệp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Thanh chọn nhiều + hành động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9010" y="4941618"/>
            <a:ext cx="7137892" cy="7137892"/>
            <a:chOff x="0" y="0"/>
            <a:chExt cx="9517190" cy="9517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-2059010"/>
            <a:ext cx="6314294" cy="6314294"/>
            <a:chOff x="0" y="0"/>
            <a:chExt cx="8419059" cy="841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4209542"/>
                  </a:moveTo>
                  <a:cubicBezTo>
                    <a:pt x="0" y="1884680"/>
                    <a:pt x="1884680" y="0"/>
                    <a:pt x="4209542" y="0"/>
                  </a:cubicBezTo>
                  <a:cubicBezTo>
                    <a:pt x="6534404" y="0"/>
                    <a:pt x="8419084" y="1884680"/>
                    <a:pt x="8419084" y="4209542"/>
                  </a:cubicBezTo>
                  <a:cubicBezTo>
                    <a:pt x="8419084" y="6534404"/>
                    <a:pt x="6534404" y="8419084"/>
                    <a:pt x="4209542" y="8419084"/>
                  </a:cubicBezTo>
                  <a:cubicBezTo>
                    <a:pt x="1884680" y="8419084"/>
                    <a:pt x="0" y="6534404"/>
                    <a:pt x="0" y="4209542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3363049"/>
            <a:ext cx="8236039" cy="686333"/>
            <a:chOff x="0" y="0"/>
            <a:chExt cx="10981385" cy="915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385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039" y="3980755"/>
            <a:ext cx="13177657" cy="1509941"/>
            <a:chOff x="0" y="0"/>
            <a:chExt cx="17570209" cy="201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020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570209" cy="2022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Thùng rác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5696588"/>
            <a:ext cx="13177657" cy="823608"/>
            <a:chOff x="0" y="0"/>
            <a:chExt cx="17570209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0207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57020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Xóa mềm · Tự xóa 30 ngày · Khôi phục · Nhóm theo ngày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7598" y="6245657"/>
            <a:ext cx="2333539" cy="2333539"/>
            <a:chOff x="0" y="0"/>
            <a:chExt cx="3111386" cy="311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3111500">
                  <a:moveTo>
                    <a:pt x="0" y="808990"/>
                  </a:moveTo>
                  <a:cubicBezTo>
                    <a:pt x="0" y="362204"/>
                    <a:pt x="362204" y="0"/>
                    <a:pt x="808990" y="0"/>
                  </a:cubicBezTo>
                  <a:lnTo>
                    <a:pt x="2302510" y="0"/>
                  </a:lnTo>
                  <a:cubicBezTo>
                    <a:pt x="2749296" y="0"/>
                    <a:pt x="3111500" y="362204"/>
                    <a:pt x="3111500" y="808990"/>
                  </a:cubicBezTo>
                  <a:lnTo>
                    <a:pt x="3111500" y="2302510"/>
                  </a:lnTo>
                  <a:cubicBezTo>
                    <a:pt x="3111500" y="2749296"/>
                    <a:pt x="2749296" y="3111500"/>
                    <a:pt x="2302510" y="3111500"/>
                  </a:cubicBezTo>
                  <a:lnTo>
                    <a:pt x="808990" y="3111500"/>
                  </a:lnTo>
                  <a:cubicBezTo>
                    <a:pt x="362204" y="3111500"/>
                    <a:pt x="0" y="2749296"/>
                    <a:pt x="0" y="230251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7649" y="6805708"/>
            <a:ext cx="1213447" cy="1213447"/>
            <a:chOff x="0" y="0"/>
            <a:chExt cx="1617929" cy="161792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17980" cy="1617980"/>
            </a:xfrm>
            <a:custGeom>
              <a:avLst/>
              <a:gdLst/>
              <a:ahLst/>
              <a:cxnLst/>
              <a:rect r="r" b="b" t="t" l="l"/>
              <a:pathLst>
                <a:path h="1617980" w="1617980">
                  <a:moveTo>
                    <a:pt x="0" y="0"/>
                  </a:moveTo>
                  <a:lnTo>
                    <a:pt x="1617980" y="0"/>
                  </a:lnTo>
                  <a:lnTo>
                    <a:pt x="1617980" y="1617980"/>
                  </a:lnTo>
                  <a:lnTo>
                    <a:pt x="0" y="16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3142" y="7059730"/>
            <a:ext cx="3725285" cy="705402"/>
            <a:chOff x="0" y="0"/>
            <a:chExt cx="4967046" cy="940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940562"/>
            </a:xfrm>
            <a:custGeom>
              <a:avLst/>
              <a:gdLst/>
              <a:ahLst/>
              <a:cxnLst/>
              <a:rect r="r" b="b" t="t" l="l"/>
              <a:pathLst>
                <a:path h="940562" w="4967097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496816" y="0"/>
                  </a:lnTo>
                  <a:cubicBezTo>
                    <a:pt x="4756531" y="0"/>
                    <a:pt x="4967097" y="210566"/>
                    <a:pt x="4967097" y="470281"/>
                  </a:cubicBezTo>
                  <a:cubicBezTo>
                    <a:pt x="4967097" y="729996"/>
                    <a:pt x="4756531" y="940562"/>
                    <a:pt x="4496816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92304" y="7206529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9755" y="7233980"/>
            <a:ext cx="356892" cy="356892"/>
            <a:chOff x="0" y="0"/>
            <a:chExt cx="475856" cy="4758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27647" y="7069264"/>
            <a:ext cx="2813980" cy="686333"/>
            <a:chOff x="0" y="0"/>
            <a:chExt cx="375197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1971" cy="915115"/>
            </a:xfrm>
            <a:custGeom>
              <a:avLst/>
              <a:gdLst/>
              <a:ahLst/>
              <a:cxnLst/>
              <a:rect r="r" b="b" t="t" l="l"/>
              <a:pathLst>
                <a:path h="91511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51974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HOÀN THÀNH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THÙNG RÁC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Xóa an toàn &amp; Khôi phục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Xóa mềm (Soft delete)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Vào thùng rác thay vì mất; lưu metadata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Khôi phục về chỗ cũ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Hoàn tác dễ dàng, xử lý trùng đích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Xóa vĩnh viễn &amp; Bulk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 xác nhận; khôi phục / xóa hàng loạt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Nhóm theo thời gian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Hôm nay · Hôm qua · N ngày trước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Thùng rác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THÙNG RÁC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Vòng đời tệp (30 ngày)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 0 — Xóa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Chuyển vào .AppTrash, lưu thời điểm xóa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Trong 30 ngày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Vẫn giữ, khôi phục bất cứ lúc nào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 30 — Tự xóa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Hệ thống tự dọn mục quá hạn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Giải phóng bộ nhớ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Tránh rác tồn đọng lâu dài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Mục thùng rác kèm ngày còn lại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9010" y="4941618"/>
            <a:ext cx="7137892" cy="7137892"/>
            <a:chOff x="0" y="0"/>
            <a:chExt cx="9517190" cy="9517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-2059010"/>
            <a:ext cx="6314294" cy="6314294"/>
            <a:chOff x="0" y="0"/>
            <a:chExt cx="8419059" cy="841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4209542"/>
                  </a:moveTo>
                  <a:cubicBezTo>
                    <a:pt x="0" y="1884680"/>
                    <a:pt x="1884680" y="0"/>
                    <a:pt x="4209542" y="0"/>
                  </a:cubicBezTo>
                  <a:cubicBezTo>
                    <a:pt x="6534404" y="0"/>
                    <a:pt x="8419084" y="1884680"/>
                    <a:pt x="8419084" y="4209542"/>
                  </a:cubicBezTo>
                  <a:cubicBezTo>
                    <a:pt x="8419084" y="6534404"/>
                    <a:pt x="6534404" y="8419084"/>
                    <a:pt x="4209542" y="8419084"/>
                  </a:cubicBezTo>
                  <a:cubicBezTo>
                    <a:pt x="1884680" y="8419084"/>
                    <a:pt x="0" y="6534404"/>
                    <a:pt x="0" y="4209542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3363049"/>
            <a:ext cx="8236039" cy="686333"/>
            <a:chOff x="0" y="0"/>
            <a:chExt cx="10981385" cy="915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385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039" y="3980755"/>
            <a:ext cx="13177657" cy="1509941"/>
            <a:chOff x="0" y="0"/>
            <a:chExt cx="17570209" cy="201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020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570209" cy="2022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Trình xem nội dung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5696588"/>
            <a:ext cx="13177657" cy="823608"/>
            <a:chOff x="0" y="0"/>
            <a:chExt cx="17570209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0207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57020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Ảnh · Video · Văn bản · EXIF — ngay trong ứng dụng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7598" y="6245657"/>
            <a:ext cx="2333539" cy="2333539"/>
            <a:chOff x="0" y="0"/>
            <a:chExt cx="3111386" cy="311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3111500">
                  <a:moveTo>
                    <a:pt x="0" y="808990"/>
                  </a:moveTo>
                  <a:cubicBezTo>
                    <a:pt x="0" y="362204"/>
                    <a:pt x="362204" y="0"/>
                    <a:pt x="808990" y="0"/>
                  </a:cubicBezTo>
                  <a:lnTo>
                    <a:pt x="2302510" y="0"/>
                  </a:lnTo>
                  <a:cubicBezTo>
                    <a:pt x="2749296" y="0"/>
                    <a:pt x="3111500" y="362204"/>
                    <a:pt x="3111500" y="808990"/>
                  </a:cubicBezTo>
                  <a:lnTo>
                    <a:pt x="3111500" y="2302510"/>
                  </a:lnTo>
                  <a:cubicBezTo>
                    <a:pt x="3111500" y="2749296"/>
                    <a:pt x="2749296" y="3111500"/>
                    <a:pt x="2302510" y="3111500"/>
                  </a:cubicBezTo>
                  <a:lnTo>
                    <a:pt x="808990" y="3111500"/>
                  </a:lnTo>
                  <a:cubicBezTo>
                    <a:pt x="362204" y="3111500"/>
                    <a:pt x="0" y="2749296"/>
                    <a:pt x="0" y="230251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7649" y="6805708"/>
            <a:ext cx="1213447" cy="1213447"/>
            <a:chOff x="0" y="0"/>
            <a:chExt cx="1617929" cy="161792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17980" cy="1617980"/>
            </a:xfrm>
            <a:custGeom>
              <a:avLst/>
              <a:gdLst/>
              <a:ahLst/>
              <a:cxnLst/>
              <a:rect r="r" b="b" t="t" l="l"/>
              <a:pathLst>
                <a:path h="1617980" w="1617980">
                  <a:moveTo>
                    <a:pt x="0" y="0"/>
                  </a:moveTo>
                  <a:lnTo>
                    <a:pt x="1617980" y="0"/>
                  </a:lnTo>
                  <a:lnTo>
                    <a:pt x="1617980" y="1617980"/>
                  </a:lnTo>
                  <a:lnTo>
                    <a:pt x="0" y="16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3142" y="7059730"/>
            <a:ext cx="3725285" cy="705402"/>
            <a:chOff x="0" y="0"/>
            <a:chExt cx="4967046" cy="940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940562"/>
            </a:xfrm>
            <a:custGeom>
              <a:avLst/>
              <a:gdLst/>
              <a:ahLst/>
              <a:cxnLst/>
              <a:rect r="r" b="b" t="t" l="l"/>
              <a:pathLst>
                <a:path h="940562" w="4967097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496816" y="0"/>
                  </a:lnTo>
                  <a:cubicBezTo>
                    <a:pt x="4756531" y="0"/>
                    <a:pt x="4967097" y="210566"/>
                    <a:pt x="4967097" y="470281"/>
                  </a:cubicBezTo>
                  <a:cubicBezTo>
                    <a:pt x="4967097" y="729996"/>
                    <a:pt x="4756531" y="940562"/>
                    <a:pt x="4496816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92304" y="7206529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9755" y="7233980"/>
            <a:ext cx="356892" cy="356892"/>
            <a:chOff x="0" y="0"/>
            <a:chExt cx="475856" cy="4758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27647" y="7069264"/>
            <a:ext cx="2813980" cy="686333"/>
            <a:chOff x="0" y="0"/>
            <a:chExt cx="375197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1971" cy="915115"/>
            </a:xfrm>
            <a:custGeom>
              <a:avLst/>
              <a:gdLst/>
              <a:ahLst/>
              <a:cxnLst/>
              <a:rect r="r" b="b" t="t" l="l"/>
              <a:pathLst>
                <a:path h="91511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51974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HOÀN THÀNH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TRÌNH XEM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Xem ảnh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Xem toàn màn hình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Nền tối, tập trung vào ảnh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Zoom &amp; Pan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Phóng to/thu nhỏ mượt (PhotoView)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Vuốt chuyển ảnh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Lướt qua ảnh cùng thư mục (ViewPager2)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Chỉ số ảnh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Hiển thị vị trí 1 / 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Trình xem ảnh (zoom)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TRÌNH XEM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Phát Video (MP4)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Phát ngay trong app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Trình phát ExoPlayer, không rời ứng dụng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Play / Pause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Điều khiển phát/dừng trực quan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Tua thời gian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Kéo thanh tiến trình tới vị trí bất kỳ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Hỗ trợ MP4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Định dạng video phổ biến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Trình phát video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TRÌNH XEM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Xem Văn bản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Nhiều định dạng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.txt / .log / .json / .md …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Cuộn nội dung dài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Đọc mượt mà nội dung lớn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Đúng mã hóa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Hiển thị chính xác văn bản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riêng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TextViewerActivity độc lập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Trình xem văn bản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TRÌNH XEM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Xem thông tin ảnh (EXIF)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Máy ảnh &amp; thông số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Model, tiêu cự, khẩu độ, ISO, tốc độ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Vị trí GPS &amp; thời gian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Tọa độ (nếu có) và ngày giờ chụp gốc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Kích thước &amp; hướng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Độ phân giải, orientation, phần mềm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Đọc bằng ExifInterface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Trích metadata ngay trong app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thông tin EXIF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9010" y="4941618"/>
            <a:ext cx="7137892" cy="7137892"/>
            <a:chOff x="0" y="0"/>
            <a:chExt cx="9517190" cy="9517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-2059010"/>
            <a:ext cx="6314294" cy="6314294"/>
            <a:chOff x="0" y="0"/>
            <a:chExt cx="8419059" cy="841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4209542"/>
                  </a:moveTo>
                  <a:cubicBezTo>
                    <a:pt x="0" y="1884680"/>
                    <a:pt x="1884680" y="0"/>
                    <a:pt x="4209542" y="0"/>
                  </a:cubicBezTo>
                  <a:cubicBezTo>
                    <a:pt x="6534404" y="0"/>
                    <a:pt x="8419084" y="1884680"/>
                    <a:pt x="8419084" y="4209542"/>
                  </a:cubicBezTo>
                  <a:cubicBezTo>
                    <a:pt x="8419084" y="6534404"/>
                    <a:pt x="6534404" y="8419084"/>
                    <a:pt x="4209542" y="8419084"/>
                  </a:cubicBezTo>
                  <a:cubicBezTo>
                    <a:pt x="1884680" y="8419084"/>
                    <a:pt x="0" y="6534404"/>
                    <a:pt x="0" y="4209542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3363049"/>
            <a:ext cx="8236039" cy="686333"/>
            <a:chOff x="0" y="0"/>
            <a:chExt cx="10981385" cy="915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385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039" y="3980755"/>
            <a:ext cx="13177657" cy="1509941"/>
            <a:chOff x="0" y="0"/>
            <a:chExt cx="17570209" cy="201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020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570209" cy="2022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Nén &amp; Giải nén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5696588"/>
            <a:ext cx="13177657" cy="823608"/>
            <a:chOff x="0" y="0"/>
            <a:chExt cx="17570209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0207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57020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ZIP · Tiến trình · Tự đặt tên · Chống Zip Slip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7598" y="6245657"/>
            <a:ext cx="2333539" cy="2333539"/>
            <a:chOff x="0" y="0"/>
            <a:chExt cx="3111386" cy="311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3111500">
                  <a:moveTo>
                    <a:pt x="0" y="808990"/>
                  </a:moveTo>
                  <a:cubicBezTo>
                    <a:pt x="0" y="362204"/>
                    <a:pt x="362204" y="0"/>
                    <a:pt x="808990" y="0"/>
                  </a:cubicBezTo>
                  <a:lnTo>
                    <a:pt x="2302510" y="0"/>
                  </a:lnTo>
                  <a:cubicBezTo>
                    <a:pt x="2749296" y="0"/>
                    <a:pt x="3111500" y="362204"/>
                    <a:pt x="3111500" y="808990"/>
                  </a:cubicBezTo>
                  <a:lnTo>
                    <a:pt x="3111500" y="2302510"/>
                  </a:lnTo>
                  <a:cubicBezTo>
                    <a:pt x="3111500" y="2749296"/>
                    <a:pt x="2749296" y="3111500"/>
                    <a:pt x="2302510" y="3111500"/>
                  </a:cubicBezTo>
                  <a:lnTo>
                    <a:pt x="808990" y="3111500"/>
                  </a:lnTo>
                  <a:cubicBezTo>
                    <a:pt x="362204" y="3111500"/>
                    <a:pt x="0" y="2749296"/>
                    <a:pt x="0" y="230251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7649" y="6805708"/>
            <a:ext cx="1213447" cy="1213447"/>
            <a:chOff x="0" y="0"/>
            <a:chExt cx="1617929" cy="161792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17980" cy="1617980"/>
            </a:xfrm>
            <a:custGeom>
              <a:avLst/>
              <a:gdLst/>
              <a:ahLst/>
              <a:cxnLst/>
              <a:rect r="r" b="b" t="t" l="l"/>
              <a:pathLst>
                <a:path h="1617980" w="1617980">
                  <a:moveTo>
                    <a:pt x="0" y="0"/>
                  </a:moveTo>
                  <a:lnTo>
                    <a:pt x="1617980" y="0"/>
                  </a:lnTo>
                  <a:lnTo>
                    <a:pt x="1617980" y="1617980"/>
                  </a:lnTo>
                  <a:lnTo>
                    <a:pt x="0" y="16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3142" y="7059730"/>
            <a:ext cx="3725285" cy="705402"/>
            <a:chOff x="0" y="0"/>
            <a:chExt cx="4967046" cy="940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940562"/>
            </a:xfrm>
            <a:custGeom>
              <a:avLst/>
              <a:gdLst/>
              <a:ahLst/>
              <a:cxnLst/>
              <a:rect r="r" b="b" t="t" l="l"/>
              <a:pathLst>
                <a:path h="940562" w="4967097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496816" y="0"/>
                  </a:lnTo>
                  <a:cubicBezTo>
                    <a:pt x="4756531" y="0"/>
                    <a:pt x="4967097" y="210566"/>
                    <a:pt x="4967097" y="470281"/>
                  </a:cubicBezTo>
                  <a:cubicBezTo>
                    <a:pt x="4967097" y="729996"/>
                    <a:pt x="4756531" y="940562"/>
                    <a:pt x="4496816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92304" y="7206529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9755" y="7233980"/>
            <a:ext cx="356892" cy="356892"/>
            <a:chOff x="0" y="0"/>
            <a:chExt cx="475856" cy="4758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27647" y="7069264"/>
            <a:ext cx="2813980" cy="686333"/>
            <a:chOff x="0" y="0"/>
            <a:chExt cx="375197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1971" cy="915115"/>
            </a:xfrm>
            <a:custGeom>
              <a:avLst/>
              <a:gdLst/>
              <a:ahLst/>
              <a:cxnLst/>
              <a:rect r="r" b="b" t="t" l="l"/>
              <a:pathLst>
                <a:path h="91511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51974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HOÀN THÀNH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NÉN / GIẢI NÉN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Nén &amp; Giải nén ZIP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Nén nhiều tệp/thư mục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Gộp thành .zip, xử lý chạy nền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Giải nén có xác nhận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Chọn thư mục đích trước khi giải nén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Hộp thoại tiến trình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Hiển thị trạng thái khi xử lý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Tự đặt tên tránh trùng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Thêm hậu tố nếu tên đã tồn tại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Hộp thoại nén/giải nén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NÉN / GIẢI NÉN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Bảo mật: Chống Zip Slip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872" y="2470814"/>
            <a:ext cx="10569578" cy="823608"/>
            <a:chOff x="0" y="0"/>
            <a:chExt cx="14092771" cy="10981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092769" cy="1098138"/>
            </a:xfrm>
            <a:custGeom>
              <a:avLst/>
              <a:gdLst/>
              <a:ahLst/>
              <a:cxnLst/>
              <a:rect r="r" b="b" t="t" l="l"/>
              <a:pathLst>
                <a:path h="1098138" w="14092769">
                  <a:moveTo>
                    <a:pt x="0" y="0"/>
                  </a:moveTo>
                  <a:lnTo>
                    <a:pt x="14092769" y="0"/>
                  </a:lnTo>
                  <a:lnTo>
                    <a:pt x="14092769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4092771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3"/>
                </a:lnSpc>
              </a:pPr>
              <a:r>
                <a:rPr lang="en-US" sz="2026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Chặn entry "../" ghi đè ra ngoài thư mục đích — lỗ hổng phổ biến khi giải nén ZIP.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1338" y="3490779"/>
            <a:ext cx="10588638" cy="2215344"/>
            <a:chOff x="0" y="0"/>
            <a:chExt cx="14118184" cy="29537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18335" cy="2953893"/>
            </a:xfrm>
            <a:custGeom>
              <a:avLst/>
              <a:gdLst/>
              <a:ahLst/>
              <a:cxnLst/>
              <a:rect r="r" b="b" t="t" l="l"/>
              <a:pathLst>
                <a:path h="2953893" w="14118335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13933678" y="0"/>
                  </a:lnTo>
                  <a:cubicBezTo>
                    <a:pt x="14035658" y="0"/>
                    <a:pt x="14118335" y="82677"/>
                    <a:pt x="14118335" y="184658"/>
                  </a:cubicBezTo>
                  <a:lnTo>
                    <a:pt x="14118335" y="2769235"/>
                  </a:lnTo>
                  <a:cubicBezTo>
                    <a:pt x="14118335" y="2871216"/>
                    <a:pt x="14035658" y="2953893"/>
                    <a:pt x="13933678" y="2953893"/>
                  </a:cubicBezTo>
                  <a:lnTo>
                    <a:pt x="184658" y="2953893"/>
                  </a:lnTo>
                  <a:cubicBezTo>
                    <a:pt x="82677" y="2953766"/>
                    <a:pt x="0" y="2871089"/>
                    <a:pt x="0" y="27692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72676" y="3980755"/>
            <a:ext cx="754971" cy="754971"/>
            <a:chOff x="0" y="0"/>
            <a:chExt cx="1006627" cy="10066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37392" y="4145471"/>
            <a:ext cx="425529" cy="425529"/>
            <a:chOff x="0" y="0"/>
            <a:chExt cx="567372" cy="56737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67309" cy="567309"/>
            </a:xfrm>
            <a:custGeom>
              <a:avLst/>
              <a:gdLst/>
              <a:ahLst/>
              <a:cxnLst/>
              <a:rect r="r" b="b" t="t" l="l"/>
              <a:pathLst>
                <a:path h="567309" w="567309">
                  <a:moveTo>
                    <a:pt x="0" y="0"/>
                  </a:moveTo>
                  <a:lnTo>
                    <a:pt x="567309" y="0"/>
                  </a:lnTo>
                  <a:lnTo>
                    <a:pt x="567309" y="567309"/>
                  </a:lnTo>
                  <a:lnTo>
                    <a:pt x="0" y="567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1" b="-1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333539" y="3816029"/>
            <a:ext cx="8785108" cy="480431"/>
            <a:chOff x="0" y="0"/>
            <a:chExt cx="11713477" cy="6405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13471" cy="640580"/>
            </a:xfrm>
            <a:custGeom>
              <a:avLst/>
              <a:gdLst/>
              <a:ahLst/>
              <a:cxnLst/>
              <a:rect r="r" b="b" t="t" l="l"/>
              <a:pathLst>
                <a:path h="640580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298" r="0" b="-30629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713477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Đường dẫn hợp lệ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333539" y="4314396"/>
            <a:ext cx="8922372" cy="9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B2A38"/>
                </a:solidFill>
                <a:latin typeface="Courier New"/>
                <a:ea typeface="Courier New"/>
                <a:cs typeface="Courier New"/>
                <a:sym typeface="Courier New"/>
              </a:rPr>
              <a:t>docs/report.pdf  →  giải nén đúng thư mục đích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1338" y="5892956"/>
            <a:ext cx="10588638" cy="2627138"/>
            <a:chOff x="0" y="0"/>
            <a:chExt cx="14118184" cy="35028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18210" cy="3502914"/>
            </a:xfrm>
            <a:custGeom>
              <a:avLst/>
              <a:gdLst/>
              <a:ahLst/>
              <a:cxnLst/>
              <a:rect r="r" b="b" t="t" l="l"/>
              <a:pathLst>
                <a:path h="3502914" w="1411821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13933805" y="0"/>
                  </a:lnTo>
                  <a:cubicBezTo>
                    <a:pt x="14035660" y="0"/>
                    <a:pt x="14118210" y="82550"/>
                    <a:pt x="14118210" y="184404"/>
                  </a:cubicBezTo>
                  <a:lnTo>
                    <a:pt x="14118210" y="3318510"/>
                  </a:lnTo>
                  <a:cubicBezTo>
                    <a:pt x="14118210" y="3420364"/>
                    <a:pt x="14035660" y="3502914"/>
                    <a:pt x="13933805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0F2A3F"/>
            </a:solidFill>
            <a:ln w="19065" cap="sq">
              <a:solidFill>
                <a:srgbClr val="0F2A3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72676" y="6314294"/>
            <a:ext cx="754971" cy="754971"/>
            <a:chOff x="0" y="0"/>
            <a:chExt cx="1006627" cy="10066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C6553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51118" y="6492745"/>
            <a:ext cx="398078" cy="398078"/>
            <a:chOff x="0" y="0"/>
            <a:chExt cx="530771" cy="530771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530733" cy="530733"/>
            </a:xfrm>
            <a:custGeom>
              <a:avLst/>
              <a:gdLst/>
              <a:ahLst/>
              <a:cxnLst/>
              <a:rect r="r" b="b" t="t" l="l"/>
              <a:pathLst>
                <a:path h="530733" w="530733">
                  <a:moveTo>
                    <a:pt x="0" y="0"/>
                  </a:moveTo>
                  <a:lnTo>
                    <a:pt x="530733" y="0"/>
                  </a:lnTo>
                  <a:lnTo>
                    <a:pt x="530733" y="530733"/>
                  </a:lnTo>
                  <a:lnTo>
                    <a:pt x="0" y="53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7" b="-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333539" y="6177029"/>
            <a:ext cx="8785108" cy="480431"/>
            <a:chOff x="0" y="0"/>
            <a:chExt cx="11713477" cy="6405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13471" cy="640580"/>
            </a:xfrm>
            <a:custGeom>
              <a:avLst/>
              <a:gdLst/>
              <a:ahLst/>
              <a:cxnLst/>
              <a:rect r="r" b="b" t="t" l="l"/>
              <a:pathLst>
                <a:path h="640580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298" r="0" b="-3062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1713477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F6C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Đường dẫn độc hại → CHẶN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333539" y="6698637"/>
            <a:ext cx="8922372" cy="480431"/>
            <a:chOff x="0" y="0"/>
            <a:chExt cx="11896496" cy="6405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896494" cy="640580"/>
            </a:xfrm>
            <a:custGeom>
              <a:avLst/>
              <a:gdLst/>
              <a:ahLst/>
              <a:cxnLst/>
              <a:rect r="r" b="b" t="t" l="l"/>
              <a:pathLst>
                <a:path h="640580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865" r="0" b="-31186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1896496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0B8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../../system/passwd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333539" y="7286644"/>
            <a:ext cx="8922372" cy="101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801">
                <a:solidFill>
                  <a:srgbClr val="CFE3EE"/>
                </a:solidFill>
                <a:latin typeface="Calibri (MS)"/>
                <a:ea typeface="Calibri (MS)"/>
                <a:cs typeface="Calibri (MS)"/>
                <a:sym typeface="Calibri (MS)"/>
              </a:rPr>
              <a:t>Ném SecurityException · Hủy toàn bộ &amp; dọn thư mục dở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202487" y="2593781"/>
            <a:ext cx="4558417" cy="6342888"/>
            <a:chOff x="0" y="0"/>
            <a:chExt cx="6077890" cy="84571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7966" cy="8457184"/>
            </a:xfrm>
            <a:custGeom>
              <a:avLst/>
              <a:gdLst/>
              <a:ahLst/>
              <a:cxnLst/>
              <a:rect r="r" b="b" t="t" l="l"/>
              <a:pathLst>
                <a:path h="8457184" w="6077966">
                  <a:moveTo>
                    <a:pt x="0" y="368427"/>
                  </a:moveTo>
                  <a:cubicBezTo>
                    <a:pt x="0" y="164973"/>
                    <a:pt x="164973" y="0"/>
                    <a:pt x="368427" y="0"/>
                  </a:cubicBezTo>
                  <a:lnTo>
                    <a:pt x="5709539" y="0"/>
                  </a:lnTo>
                  <a:cubicBezTo>
                    <a:pt x="5912993" y="0"/>
                    <a:pt x="6077966" y="164973"/>
                    <a:pt x="6077966" y="368427"/>
                  </a:cubicBezTo>
                  <a:lnTo>
                    <a:pt x="6077966" y="8088757"/>
                  </a:lnTo>
                  <a:cubicBezTo>
                    <a:pt x="6077966" y="8292211"/>
                    <a:pt x="5912993" y="8457184"/>
                    <a:pt x="5709539" y="8457184"/>
                  </a:cubicBezTo>
                  <a:lnTo>
                    <a:pt x="368427" y="8457184"/>
                  </a:lnTo>
                  <a:cubicBezTo>
                    <a:pt x="164973" y="8457184"/>
                    <a:pt x="0" y="8292211"/>
                    <a:pt x="0" y="8088757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726725" y="3363049"/>
            <a:ext cx="1509941" cy="192176"/>
            <a:chOff x="0" y="0"/>
            <a:chExt cx="2013255" cy="25623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520823" y="3541490"/>
            <a:ext cx="1921745" cy="1921745"/>
            <a:chOff x="0" y="0"/>
            <a:chExt cx="2562327" cy="256232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069892" y="4090568"/>
            <a:ext cx="823608" cy="823608"/>
            <a:chOff x="0" y="0"/>
            <a:chExt cx="1098144" cy="1098144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216784" y="5669137"/>
            <a:ext cx="4529823" cy="411804"/>
            <a:chOff x="0" y="0"/>
            <a:chExt cx="6039764" cy="5490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39758" cy="549069"/>
            </a:xfrm>
            <a:custGeom>
              <a:avLst/>
              <a:gdLst/>
              <a:ahLst/>
              <a:cxnLst/>
              <a:rect r="r" b="b" t="t" l="l"/>
              <a:pathLst>
                <a:path h="549069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03976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559951" y="6149569"/>
            <a:ext cx="3843480" cy="686333"/>
            <a:chOff x="0" y="0"/>
            <a:chExt cx="5124640" cy="9151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4644" cy="915115"/>
            </a:xfrm>
            <a:custGeom>
              <a:avLst/>
              <a:gdLst/>
              <a:ahLst/>
              <a:cxnLst/>
              <a:rect r="r" b="b" t="t" l="l"/>
              <a:pathLst>
                <a:path h="915115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116" r="0" b="-5911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124640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Thông báo chặn Zip Slip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559951" y="8167402"/>
            <a:ext cx="3843480" cy="480431"/>
            <a:chOff x="0" y="0"/>
            <a:chExt cx="5124640" cy="64057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4644" cy="640580"/>
            </a:xfrm>
            <a:custGeom>
              <a:avLst/>
              <a:gdLst/>
              <a:ahLst/>
              <a:cxnLst/>
              <a:rect r="r" b="b" t="t" l="l"/>
              <a:pathLst>
                <a:path h="6405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124640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9010" y="4941618"/>
            <a:ext cx="7137892" cy="7137892"/>
            <a:chOff x="0" y="0"/>
            <a:chExt cx="9517190" cy="9517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-2059010"/>
            <a:ext cx="6314294" cy="6314294"/>
            <a:chOff x="0" y="0"/>
            <a:chExt cx="8419059" cy="841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4209542"/>
                  </a:moveTo>
                  <a:cubicBezTo>
                    <a:pt x="0" y="1884680"/>
                    <a:pt x="1884680" y="0"/>
                    <a:pt x="4209542" y="0"/>
                  </a:cubicBezTo>
                  <a:cubicBezTo>
                    <a:pt x="6534404" y="0"/>
                    <a:pt x="8419084" y="1884680"/>
                    <a:pt x="8419084" y="4209542"/>
                  </a:cubicBezTo>
                  <a:cubicBezTo>
                    <a:pt x="8419084" y="6534404"/>
                    <a:pt x="6534404" y="8419084"/>
                    <a:pt x="4209542" y="8419084"/>
                  </a:cubicBezTo>
                  <a:cubicBezTo>
                    <a:pt x="1884680" y="8419084"/>
                    <a:pt x="0" y="6534404"/>
                    <a:pt x="0" y="4209542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3363049"/>
            <a:ext cx="8236039" cy="686333"/>
            <a:chOff x="0" y="0"/>
            <a:chExt cx="10981385" cy="915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981385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039" y="3980755"/>
            <a:ext cx="13177657" cy="1509941"/>
            <a:chOff x="0" y="0"/>
            <a:chExt cx="17570209" cy="2013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0207" cy="2013253"/>
            </a:xfrm>
            <a:custGeom>
              <a:avLst/>
              <a:gdLst/>
              <a:ahLst/>
              <a:cxnLst/>
              <a:rect r="r" b="b" t="t" l="l"/>
              <a:pathLst>
                <a:path h="2013253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570209" cy="2022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Két bảo mật (Vault)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5696588"/>
            <a:ext cx="13177657" cy="823608"/>
            <a:chOff x="0" y="0"/>
            <a:chExt cx="17570209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0207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570207">
                  <a:moveTo>
                    <a:pt x="0" y="0"/>
                  </a:moveTo>
                  <a:lnTo>
                    <a:pt x="17570207" y="0"/>
                  </a:lnTo>
                  <a:lnTo>
                    <a:pt x="1757020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570209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Cử chỉ ẩn · Mật khẩu · Ẩn tệp · Bulk vault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7598" y="6245657"/>
            <a:ext cx="2333539" cy="2333539"/>
            <a:chOff x="0" y="0"/>
            <a:chExt cx="3111386" cy="311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3111500">
                  <a:moveTo>
                    <a:pt x="0" y="808990"/>
                  </a:moveTo>
                  <a:cubicBezTo>
                    <a:pt x="0" y="362204"/>
                    <a:pt x="362204" y="0"/>
                    <a:pt x="808990" y="0"/>
                  </a:cubicBezTo>
                  <a:lnTo>
                    <a:pt x="2302510" y="0"/>
                  </a:lnTo>
                  <a:cubicBezTo>
                    <a:pt x="2749296" y="0"/>
                    <a:pt x="3111500" y="362204"/>
                    <a:pt x="3111500" y="808990"/>
                  </a:cubicBezTo>
                  <a:lnTo>
                    <a:pt x="3111500" y="2302510"/>
                  </a:lnTo>
                  <a:cubicBezTo>
                    <a:pt x="3111500" y="2749296"/>
                    <a:pt x="2749296" y="3111500"/>
                    <a:pt x="2302510" y="3111500"/>
                  </a:cubicBezTo>
                  <a:lnTo>
                    <a:pt x="808990" y="3111500"/>
                  </a:lnTo>
                  <a:cubicBezTo>
                    <a:pt x="362204" y="3111500"/>
                    <a:pt x="0" y="2749296"/>
                    <a:pt x="0" y="230251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7649" y="6805708"/>
            <a:ext cx="1213447" cy="1213447"/>
            <a:chOff x="0" y="0"/>
            <a:chExt cx="1617929" cy="161792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17980" cy="1617980"/>
            </a:xfrm>
            <a:custGeom>
              <a:avLst/>
              <a:gdLst/>
              <a:ahLst/>
              <a:cxnLst/>
              <a:rect r="r" b="b" t="t" l="l"/>
              <a:pathLst>
                <a:path h="1617980" w="1617980">
                  <a:moveTo>
                    <a:pt x="0" y="0"/>
                  </a:moveTo>
                  <a:lnTo>
                    <a:pt x="1617980" y="0"/>
                  </a:lnTo>
                  <a:lnTo>
                    <a:pt x="1617980" y="1617980"/>
                  </a:lnTo>
                  <a:lnTo>
                    <a:pt x="0" y="16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3142" y="7059730"/>
            <a:ext cx="3725285" cy="705402"/>
            <a:chOff x="0" y="0"/>
            <a:chExt cx="4967046" cy="940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7097" cy="940562"/>
            </a:xfrm>
            <a:custGeom>
              <a:avLst/>
              <a:gdLst/>
              <a:ahLst/>
              <a:cxnLst/>
              <a:rect r="r" b="b" t="t" l="l"/>
              <a:pathLst>
                <a:path h="940562" w="4967097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496816" y="0"/>
                  </a:lnTo>
                  <a:cubicBezTo>
                    <a:pt x="4756531" y="0"/>
                    <a:pt x="4967097" y="210566"/>
                    <a:pt x="4967097" y="470281"/>
                  </a:cubicBezTo>
                  <a:cubicBezTo>
                    <a:pt x="4967097" y="729996"/>
                    <a:pt x="4756531" y="940562"/>
                    <a:pt x="4496816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92304" y="7206529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9755" y="7233980"/>
            <a:ext cx="356892" cy="356892"/>
            <a:chOff x="0" y="0"/>
            <a:chExt cx="475856" cy="47585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27647" y="7069264"/>
            <a:ext cx="2813980" cy="686333"/>
            <a:chOff x="0" y="0"/>
            <a:chExt cx="375197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1971" cy="915115"/>
            </a:xfrm>
            <a:custGeom>
              <a:avLst/>
              <a:gdLst/>
              <a:ahLst/>
              <a:cxnLst/>
              <a:rect r="r" b="b" t="t" l="l"/>
              <a:pathLst>
                <a:path h="91511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51974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HOÀN THÀNH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KÉT BẢO MẬT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Két riêng tư (Vault)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2772794"/>
            <a:ext cx="466706" cy="466706"/>
            <a:chOff x="0" y="0"/>
            <a:chExt cx="622275" cy="62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0686" y="2813980"/>
            <a:ext cx="384353" cy="384353"/>
            <a:chOff x="0" y="0"/>
            <a:chExt cx="512470" cy="51247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843" y="2676716"/>
            <a:ext cx="9334176" cy="439255"/>
            <a:chOff x="0" y="0"/>
            <a:chExt cx="12445568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Ẩn tệp khỏi danh sách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15843" y="3115970"/>
            <a:ext cx="9334176" cy="466706"/>
            <a:chOff x="0" y="0"/>
            <a:chExt cx="12445568" cy="62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to Vault chuyển vào thư mục ẩn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4145471"/>
            <a:ext cx="466706" cy="466706"/>
            <a:chOff x="0" y="0"/>
            <a:chExt cx="622275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0686" y="4186647"/>
            <a:ext cx="384353" cy="384353"/>
            <a:chOff x="0" y="0"/>
            <a:chExt cx="512470" cy="5124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5843" y="4049382"/>
            <a:ext cx="9334176" cy="439255"/>
            <a:chOff x="0" y="0"/>
            <a:chExt cx="12445568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Đưa vào Vault hàng loạt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15843" y="4488637"/>
            <a:ext cx="9334176" cy="466706"/>
            <a:chOff x="0" y="0"/>
            <a:chExt cx="12445568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Bulk vault cho nhiều tệp đã chọn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500" y="5518147"/>
            <a:ext cx="466706" cy="466706"/>
            <a:chOff x="0" y="0"/>
            <a:chExt cx="622275" cy="62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0686" y="5559323"/>
            <a:ext cx="384353" cy="384353"/>
            <a:chOff x="0" y="0"/>
            <a:chExt cx="512470" cy="51247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5843" y="5422059"/>
            <a:ext cx="9334176" cy="439255"/>
            <a:chOff x="0" y="0"/>
            <a:chExt cx="12445568" cy="5856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Khôi phục khỏi Vault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5843" y="5861314"/>
            <a:ext cx="9334176" cy="466706"/>
            <a:chOff x="0" y="0"/>
            <a:chExt cx="12445568" cy="6222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Đưa tệp trở lại vị trí thường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500" y="6890814"/>
            <a:ext cx="466706" cy="466706"/>
            <a:chOff x="0" y="0"/>
            <a:chExt cx="622275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70686" y="6932000"/>
            <a:ext cx="384353" cy="384353"/>
            <a:chOff x="0" y="0"/>
            <a:chExt cx="512470" cy="51247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0"/>
                  </a:moveTo>
                  <a:lnTo>
                    <a:pt x="512445" y="0"/>
                  </a:lnTo>
                  <a:lnTo>
                    <a:pt x="512445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15843" y="6794725"/>
            <a:ext cx="9334176" cy="439255"/>
            <a:chOff x="0" y="0"/>
            <a:chExt cx="12445568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5563" cy="585674"/>
            </a:xfrm>
            <a:custGeom>
              <a:avLst/>
              <a:gdLst/>
              <a:ahLst/>
              <a:cxnLst/>
              <a:rect r="r" b="b" t="t" l="l"/>
              <a:pathLst>
                <a:path h="585674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2445568" cy="6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2A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Ẩn thư mục hệ thống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5843" y="7233980"/>
            <a:ext cx="9334176" cy="466706"/>
            <a:chOff x="0" y="0"/>
            <a:chExt cx="12445568" cy="622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45563" cy="622278"/>
            </a:xfrm>
            <a:custGeom>
              <a:avLst/>
              <a:gdLst/>
              <a:ahLst/>
              <a:cxnLst/>
              <a:rect r="r" b="b" t="t" l="l"/>
              <a:pathLst>
                <a:path h="62227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445568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Vault/Trash/thumbnails không hiện khi duyệt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927948" y="2593781"/>
            <a:ext cx="4695682" cy="6342888"/>
            <a:chOff x="0" y="0"/>
            <a:chExt cx="6260910" cy="8457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60973" cy="8457184"/>
            </a:xfrm>
            <a:custGeom>
              <a:avLst/>
              <a:gdLst/>
              <a:ahLst/>
              <a:cxnLst/>
              <a:rect r="r" b="b" t="t" l="l"/>
              <a:pathLst>
                <a:path h="8457184" w="6260973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5892673" y="0"/>
                  </a:lnTo>
                  <a:cubicBezTo>
                    <a:pt x="6096000" y="0"/>
                    <a:pt x="6260973" y="164846"/>
                    <a:pt x="6260973" y="368300"/>
                  </a:cubicBezTo>
                  <a:lnTo>
                    <a:pt x="6260973" y="8088884"/>
                  </a:lnTo>
                  <a:cubicBezTo>
                    <a:pt x="6260973" y="8292211"/>
                    <a:pt x="6096127" y="8457184"/>
                    <a:pt x="5892673" y="8457184"/>
                  </a:cubicBezTo>
                  <a:lnTo>
                    <a:pt x="368300" y="8457184"/>
                  </a:lnTo>
                  <a:cubicBezTo>
                    <a:pt x="164973" y="8457184"/>
                    <a:pt x="0" y="8292338"/>
                    <a:pt x="0" y="8088884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520823" y="3363049"/>
            <a:ext cx="1509941" cy="192176"/>
            <a:chOff x="0" y="0"/>
            <a:chExt cx="2013255" cy="2562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14921" y="3541490"/>
            <a:ext cx="1921745" cy="1921745"/>
            <a:chOff x="0" y="0"/>
            <a:chExt cx="2562327" cy="25623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63990" y="4090568"/>
            <a:ext cx="823608" cy="823608"/>
            <a:chOff x="0" y="0"/>
            <a:chExt cx="1098144" cy="1098144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42254" y="5669137"/>
            <a:ext cx="4667088" cy="411804"/>
            <a:chOff x="0" y="0"/>
            <a:chExt cx="6222784" cy="5490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22781" cy="549069"/>
            </a:xfrm>
            <a:custGeom>
              <a:avLst/>
              <a:gdLst/>
              <a:ahLst/>
              <a:cxnLst/>
              <a:rect r="r" b="b" t="t" l="l"/>
              <a:pathLst>
                <a:path h="54906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22278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85421" y="6149569"/>
            <a:ext cx="3980755" cy="686333"/>
            <a:chOff x="0" y="0"/>
            <a:chExt cx="5307673" cy="915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07667" cy="915115"/>
            </a:xfrm>
            <a:custGeom>
              <a:avLst/>
              <a:gdLst/>
              <a:ahLst/>
              <a:cxnLst/>
              <a:rect r="r" b="b" t="t" l="l"/>
              <a:pathLst>
                <a:path h="915115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07673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Màn hình Private Vault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85421" y="8167402"/>
            <a:ext cx="3980755" cy="480431"/>
            <a:chOff x="0" y="0"/>
            <a:chExt cx="5307673" cy="6405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7667" cy="640580"/>
            </a:xfrm>
            <a:custGeom>
              <a:avLst/>
              <a:gdLst/>
              <a:ahLst/>
              <a:cxnLst/>
              <a:rect r="r" b="b" t="t" l="l"/>
              <a:pathLst>
                <a:path h="640580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8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0767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CHỨC NĂNG · KÉT BẢO MẬT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Cơ chế mở khóa Vault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7632" y="978789"/>
            <a:ext cx="3244844" cy="705402"/>
            <a:chOff x="0" y="0"/>
            <a:chExt cx="4326458" cy="94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6509" cy="940562"/>
            </a:xfrm>
            <a:custGeom>
              <a:avLst/>
              <a:gdLst/>
              <a:ahLst/>
              <a:cxnLst/>
              <a:rect r="r" b="b" t="t" l="l"/>
              <a:pathLst>
                <a:path h="940562" w="432650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856228" y="0"/>
                  </a:lnTo>
                  <a:cubicBezTo>
                    <a:pt x="4115943" y="0"/>
                    <a:pt x="4326509" y="210566"/>
                    <a:pt x="4326509" y="470281"/>
                  </a:cubicBezTo>
                  <a:cubicBezTo>
                    <a:pt x="4326509" y="729996"/>
                    <a:pt x="4115943" y="940562"/>
                    <a:pt x="3856228" y="940562"/>
                  </a:cubicBezTo>
                  <a:lnTo>
                    <a:pt x="470281" y="940562"/>
                  </a:lnTo>
                  <a:cubicBezTo>
                    <a:pt x="210566" y="940562"/>
                    <a:pt x="0" y="729996"/>
                    <a:pt x="0" y="470281"/>
                  </a:cubicBezTo>
                  <a:close/>
                </a:path>
              </a:pathLst>
            </a:custGeom>
            <a:solidFill>
              <a:srgbClr val="E4F5EC"/>
            </a:solidFill>
            <a:ln w="19065" cap="sq">
              <a:solidFill>
                <a:srgbClr val="1E9E6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426784" y="1125588"/>
            <a:ext cx="411804" cy="411804"/>
            <a:chOff x="0" y="0"/>
            <a:chExt cx="549072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54245" y="1153049"/>
            <a:ext cx="356892" cy="356892"/>
            <a:chOff x="0" y="0"/>
            <a:chExt cx="475856" cy="4758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62127" y="988324"/>
            <a:ext cx="2333539" cy="686333"/>
            <a:chOff x="0" y="0"/>
            <a:chExt cx="31113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391" cy="915115"/>
            </a:xfrm>
            <a:custGeom>
              <a:avLst/>
              <a:gdLst/>
              <a:ahLst/>
              <a:cxnLst/>
              <a:rect r="r" b="b" t="t" l="l"/>
              <a:pathLst>
                <a:path h="91511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49" r="0" b="-162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1386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E9E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1338" y="2804446"/>
            <a:ext cx="10588638" cy="1830991"/>
            <a:chOff x="0" y="0"/>
            <a:chExt cx="14118184" cy="244132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18210" cy="2441194"/>
            </a:xfrm>
            <a:custGeom>
              <a:avLst/>
              <a:gdLst/>
              <a:ahLst/>
              <a:cxnLst/>
              <a:rect r="r" b="b" t="t" l="l"/>
              <a:pathLst>
                <a:path h="2441194" w="1411821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13933297" y="0"/>
                  </a:lnTo>
                  <a:cubicBezTo>
                    <a:pt x="14035405" y="0"/>
                    <a:pt x="14118210" y="82804"/>
                    <a:pt x="14118210" y="184912"/>
                  </a:cubicBezTo>
                  <a:lnTo>
                    <a:pt x="14118210" y="2256282"/>
                  </a:lnTo>
                  <a:cubicBezTo>
                    <a:pt x="14118210" y="2358390"/>
                    <a:pt x="14035405" y="2441194"/>
                    <a:pt x="13933297" y="2441194"/>
                  </a:cubicBezTo>
                  <a:lnTo>
                    <a:pt x="184912" y="2441194"/>
                  </a:lnTo>
                  <a:cubicBezTo>
                    <a:pt x="82804" y="2441321"/>
                    <a:pt x="0" y="2358517"/>
                    <a:pt x="0" y="22564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72676" y="3198324"/>
            <a:ext cx="1029500" cy="1029500"/>
            <a:chOff x="0" y="0"/>
            <a:chExt cx="1372667" cy="13726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0348" y="3465995"/>
            <a:ext cx="494167" cy="494167"/>
            <a:chOff x="0" y="0"/>
            <a:chExt cx="658889" cy="658889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0"/>
                  </a:moveTo>
                  <a:lnTo>
                    <a:pt x="658876" y="0"/>
                  </a:lnTo>
                  <a:lnTo>
                    <a:pt x="658876" y="658876"/>
                  </a:lnTo>
                  <a:lnTo>
                    <a:pt x="0" y="65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76716" y="3088510"/>
            <a:ext cx="4118019" cy="411804"/>
            <a:chOff x="0" y="0"/>
            <a:chExt cx="5490693" cy="549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49069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1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BƯỚC 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676716" y="3445412"/>
            <a:ext cx="8236039" cy="549069"/>
            <a:chOff x="0" y="0"/>
            <a:chExt cx="10981385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79" cy="732092"/>
            </a:xfrm>
            <a:custGeom>
              <a:avLst/>
              <a:gdLst/>
              <a:ahLst/>
              <a:cxnLst/>
              <a:rect r="r" b="b" t="t" l="l"/>
              <a:pathLst>
                <a:path h="732092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981385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Cử chỉ ẩn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76716" y="3994480"/>
            <a:ext cx="8647833" cy="549069"/>
            <a:chOff x="0" y="0"/>
            <a:chExt cx="11530444" cy="7320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30448" cy="732092"/>
            </a:xfrm>
            <a:custGeom>
              <a:avLst/>
              <a:gdLst/>
              <a:ahLst/>
              <a:cxnLst/>
              <a:rect r="r" b="b" t="t" l="l"/>
              <a:pathLst>
                <a:path h="732092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53044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Vuốt xuống ở đầu danh sách và giữ ~1 giây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1338" y="4836004"/>
            <a:ext cx="10588638" cy="1830991"/>
            <a:chOff x="0" y="0"/>
            <a:chExt cx="14118184" cy="24413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118210" cy="2441194"/>
            </a:xfrm>
            <a:custGeom>
              <a:avLst/>
              <a:gdLst/>
              <a:ahLst/>
              <a:cxnLst/>
              <a:rect r="r" b="b" t="t" l="l"/>
              <a:pathLst>
                <a:path h="2441194" w="1411821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13933297" y="0"/>
                  </a:lnTo>
                  <a:cubicBezTo>
                    <a:pt x="14035405" y="0"/>
                    <a:pt x="14118210" y="82804"/>
                    <a:pt x="14118210" y="184912"/>
                  </a:cubicBezTo>
                  <a:lnTo>
                    <a:pt x="14118210" y="2256282"/>
                  </a:lnTo>
                  <a:cubicBezTo>
                    <a:pt x="14118210" y="2358390"/>
                    <a:pt x="14035405" y="2441194"/>
                    <a:pt x="13933297" y="2441194"/>
                  </a:cubicBezTo>
                  <a:lnTo>
                    <a:pt x="184912" y="2441194"/>
                  </a:lnTo>
                  <a:cubicBezTo>
                    <a:pt x="82804" y="2441321"/>
                    <a:pt x="0" y="2358517"/>
                    <a:pt x="0" y="22564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72676" y="5229882"/>
            <a:ext cx="1029500" cy="1029500"/>
            <a:chOff x="0" y="0"/>
            <a:chExt cx="1372667" cy="137266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E8873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0348" y="5497554"/>
            <a:ext cx="494167" cy="494167"/>
            <a:chOff x="0" y="0"/>
            <a:chExt cx="658889" cy="658889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0"/>
                  </a:moveTo>
                  <a:lnTo>
                    <a:pt x="658876" y="0"/>
                  </a:lnTo>
                  <a:lnTo>
                    <a:pt x="658876" y="658876"/>
                  </a:lnTo>
                  <a:lnTo>
                    <a:pt x="0" y="65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676716" y="5120068"/>
            <a:ext cx="4118019" cy="411804"/>
            <a:chOff x="0" y="0"/>
            <a:chExt cx="5490693" cy="549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49069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1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BƯỚC 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676716" y="5476961"/>
            <a:ext cx="8236039" cy="549069"/>
            <a:chOff x="0" y="0"/>
            <a:chExt cx="10981385" cy="7320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81379" cy="732092"/>
            </a:xfrm>
            <a:custGeom>
              <a:avLst/>
              <a:gdLst/>
              <a:ahLst/>
              <a:cxnLst/>
              <a:rect r="r" b="b" t="t" l="l"/>
              <a:pathLst>
                <a:path h="732092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0981385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Xác thực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676716" y="6026029"/>
            <a:ext cx="8647833" cy="549069"/>
            <a:chOff x="0" y="0"/>
            <a:chExt cx="11530444" cy="7320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530448" cy="732092"/>
            </a:xfrm>
            <a:custGeom>
              <a:avLst/>
              <a:gdLst/>
              <a:ahLst/>
              <a:cxnLst/>
              <a:rect r="r" b="b" t="t" l="l"/>
              <a:pathLst>
                <a:path h="732092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153044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Lần đầu tạo mật khẩu; lần sau nhập đúng mới qua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1338" y="6867554"/>
            <a:ext cx="10588638" cy="1830991"/>
            <a:chOff x="0" y="0"/>
            <a:chExt cx="14118184" cy="244132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118210" cy="2441194"/>
            </a:xfrm>
            <a:custGeom>
              <a:avLst/>
              <a:gdLst/>
              <a:ahLst/>
              <a:cxnLst/>
              <a:rect r="r" b="b" t="t" l="l"/>
              <a:pathLst>
                <a:path h="2441194" w="1411821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13933297" y="0"/>
                  </a:lnTo>
                  <a:cubicBezTo>
                    <a:pt x="14035405" y="0"/>
                    <a:pt x="14118210" y="82804"/>
                    <a:pt x="14118210" y="184912"/>
                  </a:cubicBezTo>
                  <a:lnTo>
                    <a:pt x="14118210" y="2256282"/>
                  </a:lnTo>
                  <a:cubicBezTo>
                    <a:pt x="14118210" y="2358390"/>
                    <a:pt x="14035405" y="2441194"/>
                    <a:pt x="13933297" y="2441194"/>
                  </a:cubicBezTo>
                  <a:lnTo>
                    <a:pt x="184912" y="2441194"/>
                  </a:lnTo>
                  <a:cubicBezTo>
                    <a:pt x="82804" y="2441321"/>
                    <a:pt x="0" y="2358517"/>
                    <a:pt x="0" y="22564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72676" y="7261441"/>
            <a:ext cx="1029500" cy="1029500"/>
            <a:chOff x="0" y="0"/>
            <a:chExt cx="1372667" cy="13726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640348" y="7529112"/>
            <a:ext cx="494167" cy="494167"/>
            <a:chOff x="0" y="0"/>
            <a:chExt cx="658889" cy="658889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658876" cy="658876"/>
            </a:xfrm>
            <a:custGeom>
              <a:avLst/>
              <a:gdLst/>
              <a:ahLst/>
              <a:cxnLst/>
              <a:rect r="r" b="b" t="t" l="l"/>
              <a:pathLst>
                <a:path h="658876" w="658876">
                  <a:moveTo>
                    <a:pt x="0" y="0"/>
                  </a:moveTo>
                  <a:lnTo>
                    <a:pt x="658876" y="0"/>
                  </a:lnTo>
                  <a:lnTo>
                    <a:pt x="658876" y="658876"/>
                  </a:lnTo>
                  <a:lnTo>
                    <a:pt x="0" y="65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676716" y="7151627"/>
            <a:ext cx="4118019" cy="411804"/>
            <a:chOff x="0" y="0"/>
            <a:chExt cx="5490693" cy="5490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49069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b="true" sz="1576" spc="1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BƯỚC 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676716" y="7508519"/>
            <a:ext cx="8236039" cy="549069"/>
            <a:chOff x="0" y="0"/>
            <a:chExt cx="10981385" cy="7320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81379" cy="732092"/>
            </a:xfrm>
            <a:custGeom>
              <a:avLst/>
              <a:gdLst/>
              <a:ahLst/>
              <a:cxnLst/>
              <a:rect r="r" b="b" t="t" l="l"/>
              <a:pathLst>
                <a:path h="732092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0981385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Vào Vault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676716" y="8057588"/>
            <a:ext cx="8647833" cy="549069"/>
            <a:chOff x="0" y="0"/>
            <a:chExt cx="11530444" cy="7320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30448" cy="732092"/>
            </a:xfrm>
            <a:custGeom>
              <a:avLst/>
              <a:gdLst/>
              <a:ahLst/>
              <a:cxnLst/>
              <a:rect r="r" b="b" t="t" l="l"/>
              <a:pathLst>
                <a:path h="732092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153044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Mở PrivateVaultActivity: xem &amp; khôi phục tệp ẩn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202487" y="2593781"/>
            <a:ext cx="4558417" cy="6342888"/>
            <a:chOff x="0" y="0"/>
            <a:chExt cx="6077890" cy="84571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77966" cy="8457184"/>
            </a:xfrm>
            <a:custGeom>
              <a:avLst/>
              <a:gdLst/>
              <a:ahLst/>
              <a:cxnLst/>
              <a:rect r="r" b="b" t="t" l="l"/>
              <a:pathLst>
                <a:path h="8457184" w="6077966">
                  <a:moveTo>
                    <a:pt x="0" y="368427"/>
                  </a:moveTo>
                  <a:cubicBezTo>
                    <a:pt x="0" y="164973"/>
                    <a:pt x="164973" y="0"/>
                    <a:pt x="368427" y="0"/>
                  </a:cubicBezTo>
                  <a:lnTo>
                    <a:pt x="5709539" y="0"/>
                  </a:lnTo>
                  <a:cubicBezTo>
                    <a:pt x="5912993" y="0"/>
                    <a:pt x="6077966" y="164973"/>
                    <a:pt x="6077966" y="368427"/>
                  </a:cubicBezTo>
                  <a:lnTo>
                    <a:pt x="6077966" y="8088757"/>
                  </a:lnTo>
                  <a:cubicBezTo>
                    <a:pt x="6077966" y="8292211"/>
                    <a:pt x="5912993" y="8457184"/>
                    <a:pt x="5709539" y="8457184"/>
                  </a:cubicBezTo>
                  <a:lnTo>
                    <a:pt x="368427" y="8457184"/>
                  </a:lnTo>
                  <a:cubicBezTo>
                    <a:pt x="164973" y="8457184"/>
                    <a:pt x="0" y="8292211"/>
                    <a:pt x="0" y="8088757"/>
                  </a:cubicBezTo>
                  <a:close/>
                </a:path>
              </a:pathLst>
            </a:custGeom>
            <a:solidFill>
              <a:srgbClr val="EDF3F6"/>
            </a:solidFill>
            <a:ln w="28597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3726725" y="3363049"/>
            <a:ext cx="1509941" cy="192176"/>
            <a:chOff x="0" y="0"/>
            <a:chExt cx="2013255" cy="25623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13331" cy="256286"/>
            </a:xfrm>
            <a:custGeom>
              <a:avLst/>
              <a:gdLst/>
              <a:ahLst/>
              <a:cxnLst/>
              <a:rect r="r" b="b" t="t" l="l"/>
              <a:pathLst>
                <a:path h="256286" w="201333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885188" y="0"/>
                  </a:lnTo>
                  <a:cubicBezTo>
                    <a:pt x="1955927" y="0"/>
                    <a:pt x="2013331" y="57404"/>
                    <a:pt x="2013331" y="128143"/>
                  </a:cubicBezTo>
                  <a:cubicBezTo>
                    <a:pt x="2013331" y="198882"/>
                    <a:pt x="1955927" y="256286"/>
                    <a:pt x="1885188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CFE3EE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520823" y="3541490"/>
            <a:ext cx="1921745" cy="1921745"/>
            <a:chOff x="0" y="0"/>
            <a:chExt cx="2562327" cy="256232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23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2562352">
                  <a:moveTo>
                    <a:pt x="0" y="1281176"/>
                  </a:moveTo>
                  <a:cubicBezTo>
                    <a:pt x="0" y="573532"/>
                    <a:pt x="573532" y="0"/>
                    <a:pt x="1281176" y="0"/>
                  </a:cubicBezTo>
                  <a:cubicBezTo>
                    <a:pt x="1988820" y="0"/>
                    <a:pt x="2562352" y="573532"/>
                    <a:pt x="2562352" y="1281176"/>
                  </a:cubicBezTo>
                  <a:cubicBezTo>
                    <a:pt x="2562352" y="1988820"/>
                    <a:pt x="1988693" y="2562352"/>
                    <a:pt x="1281176" y="2562352"/>
                  </a:cubicBezTo>
                  <a:cubicBezTo>
                    <a:pt x="573659" y="2562352"/>
                    <a:pt x="0" y="1988693"/>
                    <a:pt x="0" y="1281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069892" y="4090568"/>
            <a:ext cx="823608" cy="823608"/>
            <a:chOff x="0" y="0"/>
            <a:chExt cx="1098144" cy="1098144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216784" y="5669137"/>
            <a:ext cx="4529823" cy="411804"/>
            <a:chOff x="0" y="0"/>
            <a:chExt cx="6039764" cy="5490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039758" cy="549069"/>
            </a:xfrm>
            <a:custGeom>
              <a:avLst/>
              <a:gdLst/>
              <a:ahLst/>
              <a:cxnLst/>
              <a:rect r="r" b="b" t="t" l="l"/>
              <a:pathLst>
                <a:path h="549069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039764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b="true" sz="1726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MINH HỌA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559951" y="6149569"/>
            <a:ext cx="3843480" cy="686333"/>
            <a:chOff x="0" y="0"/>
            <a:chExt cx="5124640" cy="9151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4644" cy="915115"/>
            </a:xfrm>
            <a:custGeom>
              <a:avLst/>
              <a:gdLst/>
              <a:ahLst/>
              <a:cxnLst/>
              <a:rect r="r" b="b" t="t" l="l"/>
              <a:pathLst>
                <a:path h="915115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116" r="0" b="-5911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124640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0F2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Hộp thoại nhập mật khẩu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559951" y="8167402"/>
            <a:ext cx="3843480" cy="480431"/>
            <a:chOff x="0" y="0"/>
            <a:chExt cx="5124640" cy="6405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4644" cy="640580"/>
            </a:xfrm>
            <a:custGeom>
              <a:avLst/>
              <a:gdLst/>
              <a:ahLst/>
              <a:cxnLst/>
              <a:rect r="r" b="b" t="t" l="l"/>
              <a:pathLst>
                <a:path h="6405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124640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i="true">
                  <a:solidFill>
                    <a:srgbClr val="5C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Chèn ảnh chụp màn hình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HỢP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Bảng chức năng (1/2)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2264912"/>
            <a:ext cx="16403431" cy="631431"/>
            <a:chOff x="0" y="0"/>
            <a:chExt cx="21871242" cy="841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71305" cy="841883"/>
            </a:xfrm>
            <a:custGeom>
              <a:avLst/>
              <a:gdLst/>
              <a:ahLst/>
              <a:cxnLst/>
              <a:rect r="r" b="b" t="t" l="l"/>
              <a:pathLst>
                <a:path h="841883" w="218713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724874" y="0"/>
                  </a:lnTo>
                  <a:cubicBezTo>
                    <a:pt x="21805773" y="0"/>
                    <a:pt x="21871305" y="65532"/>
                    <a:pt x="21871305" y="146431"/>
                  </a:cubicBezTo>
                  <a:lnTo>
                    <a:pt x="21871305" y="695452"/>
                  </a:lnTo>
                  <a:cubicBezTo>
                    <a:pt x="21871305" y="776351"/>
                    <a:pt x="21805773" y="841883"/>
                    <a:pt x="21724874" y="841883"/>
                  </a:cubicBezTo>
                  <a:lnTo>
                    <a:pt x="146431" y="841883"/>
                  </a:lnTo>
                  <a:cubicBezTo>
                    <a:pt x="65532" y="841883"/>
                    <a:pt x="0" y="776351"/>
                    <a:pt x="0" y="695452"/>
                  </a:cubicBezTo>
                  <a:close/>
                </a:path>
              </a:pathLst>
            </a:custGeom>
            <a:solidFill>
              <a:srgbClr val="0F2A3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4039" y="2264912"/>
            <a:ext cx="10981382" cy="631431"/>
            <a:chOff x="0" y="0"/>
            <a:chExt cx="14641843" cy="8419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1840" cy="841906"/>
            </a:xfrm>
            <a:custGeom>
              <a:avLst/>
              <a:gdLst/>
              <a:ahLst/>
              <a:cxnLst/>
              <a:rect r="r" b="b" t="t" l="l"/>
              <a:pathLst>
                <a:path h="841906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41843" cy="880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Duyệt &amp; Điều hướng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14921" y="2264912"/>
            <a:ext cx="3706216" cy="631431"/>
            <a:chOff x="0" y="0"/>
            <a:chExt cx="4941621" cy="8419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1620" cy="841906"/>
            </a:xfrm>
            <a:custGeom>
              <a:avLst/>
              <a:gdLst/>
              <a:ahLst/>
              <a:cxnLst/>
              <a:rect r="r" b="b" t="t" l="l"/>
              <a:pathLst>
                <a:path h="841906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941621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 b="true">
                  <a:solidFill>
                    <a:srgbClr val="8FD4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2676" y="2964971"/>
            <a:ext cx="384353" cy="384353"/>
            <a:chOff x="0" y="0"/>
            <a:chExt cx="512470" cy="5124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13853" y="3006157"/>
            <a:ext cx="301990" cy="301990"/>
            <a:chOff x="0" y="0"/>
            <a:chExt cx="402654" cy="402654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49196" y="2896343"/>
            <a:ext cx="14962127" cy="466706"/>
            <a:chOff x="0" y="0"/>
            <a:chExt cx="19949503" cy="6222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Breadcrumb bấm được · Back thông minh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2676" y="3514039"/>
            <a:ext cx="384353" cy="384353"/>
            <a:chOff x="0" y="0"/>
            <a:chExt cx="512470" cy="5124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13853" y="3555225"/>
            <a:ext cx="301990" cy="301990"/>
            <a:chOff x="0" y="0"/>
            <a:chExt cx="402654" cy="40265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49196" y="3445412"/>
            <a:ext cx="14962127" cy="466706"/>
            <a:chOff x="0" y="0"/>
            <a:chExt cx="19949503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Sắp xếp 3 tiêu chí · List/Grid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2676" y="4063108"/>
            <a:ext cx="384353" cy="384353"/>
            <a:chOff x="0" y="0"/>
            <a:chExt cx="512470" cy="512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13853" y="4104294"/>
            <a:ext cx="301990" cy="301990"/>
            <a:chOff x="0" y="0"/>
            <a:chExt cx="402654" cy="402654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949196" y="3994480"/>
            <a:ext cx="14962127" cy="466706"/>
            <a:chOff x="0" y="0"/>
            <a:chExt cx="19949503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Tìm kiếm trong thư mục · màn hình Search riêng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2676" y="4612176"/>
            <a:ext cx="384353" cy="384353"/>
            <a:chOff x="0" y="0"/>
            <a:chExt cx="512470" cy="5124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13853" y="4653363"/>
            <a:ext cx="301990" cy="301990"/>
            <a:chOff x="0" y="0"/>
            <a:chExt cx="402654" cy="402654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49196" y="4543549"/>
            <a:ext cx="14962127" cy="466706"/>
            <a:chOff x="0" y="0"/>
            <a:chExt cx="19949503" cy="6222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Ngăn chọn bộ nhớ + dung lượng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0872" y="5229882"/>
            <a:ext cx="16403431" cy="631431"/>
            <a:chOff x="0" y="0"/>
            <a:chExt cx="21871242" cy="8419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871305" cy="841883"/>
            </a:xfrm>
            <a:custGeom>
              <a:avLst/>
              <a:gdLst/>
              <a:ahLst/>
              <a:cxnLst/>
              <a:rect r="r" b="b" t="t" l="l"/>
              <a:pathLst>
                <a:path h="841883" w="218713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724874" y="0"/>
                  </a:lnTo>
                  <a:cubicBezTo>
                    <a:pt x="21805773" y="0"/>
                    <a:pt x="21871305" y="65532"/>
                    <a:pt x="21871305" y="146431"/>
                  </a:cubicBezTo>
                  <a:lnTo>
                    <a:pt x="21871305" y="695452"/>
                  </a:lnTo>
                  <a:cubicBezTo>
                    <a:pt x="21871305" y="776351"/>
                    <a:pt x="21805773" y="841883"/>
                    <a:pt x="21724874" y="841883"/>
                  </a:cubicBezTo>
                  <a:lnTo>
                    <a:pt x="146431" y="841883"/>
                  </a:lnTo>
                  <a:cubicBezTo>
                    <a:pt x="65532" y="841883"/>
                    <a:pt x="0" y="776351"/>
                    <a:pt x="0" y="695452"/>
                  </a:cubicBezTo>
                  <a:close/>
                </a:path>
              </a:pathLst>
            </a:custGeom>
            <a:solidFill>
              <a:srgbClr val="0F2A3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04039" y="5229882"/>
            <a:ext cx="10981382" cy="631431"/>
            <a:chOff x="0" y="0"/>
            <a:chExt cx="14641843" cy="8419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41840" cy="841906"/>
            </a:xfrm>
            <a:custGeom>
              <a:avLst/>
              <a:gdLst/>
              <a:ahLst/>
              <a:cxnLst/>
              <a:rect r="r" b="b" t="t" l="l"/>
              <a:pathLst>
                <a:path h="841906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641843" cy="880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Thao tác file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314921" y="5229882"/>
            <a:ext cx="3706216" cy="631431"/>
            <a:chOff x="0" y="0"/>
            <a:chExt cx="4941621" cy="8419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41620" cy="841906"/>
            </a:xfrm>
            <a:custGeom>
              <a:avLst/>
              <a:gdLst/>
              <a:ahLst/>
              <a:cxnLst/>
              <a:rect r="r" b="b" t="t" l="l"/>
              <a:pathLst>
                <a:path h="841906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941621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 b="true">
                  <a:solidFill>
                    <a:srgbClr val="8FD4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72676" y="5929941"/>
            <a:ext cx="384353" cy="384353"/>
            <a:chOff x="0" y="0"/>
            <a:chExt cx="512470" cy="5124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13853" y="5971127"/>
            <a:ext cx="301990" cy="301990"/>
            <a:chOff x="0" y="0"/>
            <a:chExt cx="402654" cy="402654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49196" y="5861314"/>
            <a:ext cx="14962127" cy="466706"/>
            <a:chOff x="0" y="0"/>
            <a:chExt cx="19949503" cy="6222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Tạo · Đổi tên · Move · Copy · Cut/Paste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72676" y="6479010"/>
            <a:ext cx="384353" cy="384353"/>
            <a:chOff x="0" y="0"/>
            <a:chExt cx="512470" cy="5124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13853" y="6520196"/>
            <a:ext cx="301990" cy="301990"/>
            <a:chOff x="0" y="0"/>
            <a:chExt cx="402654" cy="402654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949196" y="6410382"/>
            <a:ext cx="14962127" cy="466706"/>
            <a:chOff x="0" y="0"/>
            <a:chExt cx="19949503" cy="6222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Xóa (soft) · Chia sẻ · Xem thuộc tính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72676" y="7028078"/>
            <a:ext cx="384353" cy="384353"/>
            <a:chOff x="0" y="0"/>
            <a:chExt cx="512470" cy="5124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13853" y="7069264"/>
            <a:ext cx="301990" cy="301990"/>
            <a:chOff x="0" y="0"/>
            <a:chExt cx="402654" cy="402654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949196" y="6959451"/>
            <a:ext cx="14962127" cy="466706"/>
            <a:chOff x="0" y="0"/>
            <a:chExt cx="19949503" cy="6222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Chọn nhiều + thao tác hàng loạt có tiến trình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0872" y="7645784"/>
            <a:ext cx="16403431" cy="631431"/>
            <a:chOff x="0" y="0"/>
            <a:chExt cx="21871242" cy="8419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871305" cy="841883"/>
            </a:xfrm>
            <a:custGeom>
              <a:avLst/>
              <a:gdLst/>
              <a:ahLst/>
              <a:cxnLst/>
              <a:rect r="r" b="b" t="t" l="l"/>
              <a:pathLst>
                <a:path h="841883" w="218713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724874" y="0"/>
                  </a:lnTo>
                  <a:cubicBezTo>
                    <a:pt x="21805773" y="0"/>
                    <a:pt x="21871305" y="65532"/>
                    <a:pt x="21871305" y="146431"/>
                  </a:cubicBezTo>
                  <a:lnTo>
                    <a:pt x="21871305" y="695452"/>
                  </a:lnTo>
                  <a:cubicBezTo>
                    <a:pt x="21871305" y="776351"/>
                    <a:pt x="21805773" y="841883"/>
                    <a:pt x="21724874" y="841883"/>
                  </a:cubicBezTo>
                  <a:lnTo>
                    <a:pt x="146431" y="841883"/>
                  </a:lnTo>
                  <a:cubicBezTo>
                    <a:pt x="65532" y="841883"/>
                    <a:pt x="0" y="776351"/>
                    <a:pt x="0" y="695452"/>
                  </a:cubicBezTo>
                  <a:close/>
                </a:path>
              </a:pathLst>
            </a:custGeom>
            <a:solidFill>
              <a:srgbClr val="0F2A3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04039" y="7645784"/>
            <a:ext cx="10981382" cy="631431"/>
            <a:chOff x="0" y="0"/>
            <a:chExt cx="14641843" cy="8419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41840" cy="841906"/>
            </a:xfrm>
            <a:custGeom>
              <a:avLst/>
              <a:gdLst/>
              <a:ahLst/>
              <a:cxnLst/>
              <a:rect r="r" b="b" t="t" l="l"/>
              <a:pathLst>
                <a:path h="841906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4641843" cy="880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Thùng rác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314921" y="7645784"/>
            <a:ext cx="3706216" cy="631431"/>
            <a:chOff x="0" y="0"/>
            <a:chExt cx="4941621" cy="84190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41620" cy="841906"/>
            </a:xfrm>
            <a:custGeom>
              <a:avLst/>
              <a:gdLst/>
              <a:ahLst/>
              <a:cxnLst/>
              <a:rect r="r" b="b" t="t" l="l"/>
              <a:pathLst>
                <a:path h="841906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4941621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 b="true">
                  <a:solidFill>
                    <a:srgbClr val="8FD4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72676" y="8345853"/>
            <a:ext cx="384353" cy="384353"/>
            <a:chOff x="0" y="0"/>
            <a:chExt cx="512470" cy="5124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13853" y="8387029"/>
            <a:ext cx="301990" cy="301990"/>
            <a:chOff x="0" y="0"/>
            <a:chExt cx="402654" cy="402654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949196" y="8277215"/>
            <a:ext cx="14962127" cy="466706"/>
            <a:chOff x="0" y="0"/>
            <a:chExt cx="19949503" cy="6222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Xóa mềm · Tự xóa 30 ngày · Nhóm theo ngày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2676" y="8894921"/>
            <a:ext cx="384353" cy="384353"/>
            <a:chOff x="0" y="0"/>
            <a:chExt cx="512470" cy="51247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13853" y="8936098"/>
            <a:ext cx="301990" cy="301990"/>
            <a:chOff x="0" y="0"/>
            <a:chExt cx="402654" cy="402654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949196" y="8826284"/>
            <a:ext cx="14962127" cy="466706"/>
            <a:chOff x="0" y="0"/>
            <a:chExt cx="19949503" cy="6222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Khôi phục · Xóa vĩnh viễn · Bulk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HỢP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Bảng chức năng (2/2)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2264912"/>
            <a:ext cx="16403431" cy="631431"/>
            <a:chOff x="0" y="0"/>
            <a:chExt cx="21871242" cy="841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71305" cy="841883"/>
            </a:xfrm>
            <a:custGeom>
              <a:avLst/>
              <a:gdLst/>
              <a:ahLst/>
              <a:cxnLst/>
              <a:rect r="r" b="b" t="t" l="l"/>
              <a:pathLst>
                <a:path h="841883" w="218713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724874" y="0"/>
                  </a:lnTo>
                  <a:cubicBezTo>
                    <a:pt x="21805773" y="0"/>
                    <a:pt x="21871305" y="65532"/>
                    <a:pt x="21871305" y="146431"/>
                  </a:cubicBezTo>
                  <a:lnTo>
                    <a:pt x="21871305" y="695452"/>
                  </a:lnTo>
                  <a:cubicBezTo>
                    <a:pt x="21871305" y="776351"/>
                    <a:pt x="21805773" y="841883"/>
                    <a:pt x="21724874" y="841883"/>
                  </a:cubicBezTo>
                  <a:lnTo>
                    <a:pt x="146431" y="841883"/>
                  </a:lnTo>
                  <a:cubicBezTo>
                    <a:pt x="65532" y="841883"/>
                    <a:pt x="0" y="776351"/>
                    <a:pt x="0" y="695452"/>
                  </a:cubicBezTo>
                  <a:close/>
                </a:path>
              </a:pathLst>
            </a:custGeom>
            <a:solidFill>
              <a:srgbClr val="0F2A3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4039" y="2264912"/>
            <a:ext cx="10981382" cy="631431"/>
            <a:chOff x="0" y="0"/>
            <a:chExt cx="14641843" cy="8419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1840" cy="841906"/>
            </a:xfrm>
            <a:custGeom>
              <a:avLst/>
              <a:gdLst/>
              <a:ahLst/>
              <a:cxnLst/>
              <a:rect r="r" b="b" t="t" l="l"/>
              <a:pathLst>
                <a:path h="841906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41843" cy="880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Trình xem nội dung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14921" y="2264912"/>
            <a:ext cx="3706216" cy="631431"/>
            <a:chOff x="0" y="0"/>
            <a:chExt cx="4941621" cy="8419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1620" cy="841906"/>
            </a:xfrm>
            <a:custGeom>
              <a:avLst/>
              <a:gdLst/>
              <a:ahLst/>
              <a:cxnLst/>
              <a:rect r="r" b="b" t="t" l="l"/>
              <a:pathLst>
                <a:path h="841906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941621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 b="true">
                  <a:solidFill>
                    <a:srgbClr val="8FD4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2676" y="2964971"/>
            <a:ext cx="384353" cy="384353"/>
            <a:chOff x="0" y="0"/>
            <a:chExt cx="512470" cy="5124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13853" y="3006157"/>
            <a:ext cx="301990" cy="301990"/>
            <a:chOff x="0" y="0"/>
            <a:chExt cx="402654" cy="402654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49196" y="2896343"/>
            <a:ext cx="14962127" cy="466706"/>
            <a:chOff x="0" y="0"/>
            <a:chExt cx="19949503" cy="6222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Xem ảnh: zoom, vuốt, toàn màn hình (PhotoView)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2676" y="3514039"/>
            <a:ext cx="384353" cy="384353"/>
            <a:chOff x="0" y="0"/>
            <a:chExt cx="512470" cy="5124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13853" y="3555225"/>
            <a:ext cx="301990" cy="301990"/>
            <a:chOff x="0" y="0"/>
            <a:chExt cx="402654" cy="40265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49196" y="3445412"/>
            <a:ext cx="14962127" cy="466706"/>
            <a:chOff x="0" y="0"/>
            <a:chExt cx="19949503" cy="6222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Phát video MP4 (ExoPlayer) · Xem văn bản .txt/.json…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2676" y="4063108"/>
            <a:ext cx="384353" cy="384353"/>
            <a:chOff x="0" y="0"/>
            <a:chExt cx="512470" cy="512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13853" y="4104294"/>
            <a:ext cx="301990" cy="301990"/>
            <a:chOff x="0" y="0"/>
            <a:chExt cx="402654" cy="402654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949196" y="3994480"/>
            <a:ext cx="14962127" cy="466706"/>
            <a:chOff x="0" y="0"/>
            <a:chExt cx="19949503" cy="622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Đọc &amp; hiển thị EXIF của ảnh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872" y="4680814"/>
            <a:ext cx="16403431" cy="631431"/>
            <a:chOff x="0" y="0"/>
            <a:chExt cx="21871242" cy="8419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871305" cy="841883"/>
            </a:xfrm>
            <a:custGeom>
              <a:avLst/>
              <a:gdLst/>
              <a:ahLst/>
              <a:cxnLst/>
              <a:rect r="r" b="b" t="t" l="l"/>
              <a:pathLst>
                <a:path h="841883" w="218713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724874" y="0"/>
                  </a:lnTo>
                  <a:cubicBezTo>
                    <a:pt x="21805773" y="0"/>
                    <a:pt x="21871305" y="65532"/>
                    <a:pt x="21871305" y="146431"/>
                  </a:cubicBezTo>
                  <a:lnTo>
                    <a:pt x="21871305" y="695452"/>
                  </a:lnTo>
                  <a:cubicBezTo>
                    <a:pt x="21871305" y="776351"/>
                    <a:pt x="21805773" y="841883"/>
                    <a:pt x="21724874" y="841883"/>
                  </a:cubicBezTo>
                  <a:lnTo>
                    <a:pt x="146431" y="841883"/>
                  </a:lnTo>
                  <a:cubicBezTo>
                    <a:pt x="65532" y="841883"/>
                    <a:pt x="0" y="776351"/>
                    <a:pt x="0" y="695452"/>
                  </a:cubicBezTo>
                  <a:close/>
                </a:path>
              </a:pathLst>
            </a:custGeom>
            <a:solidFill>
              <a:srgbClr val="0F2A3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4039" y="4680814"/>
            <a:ext cx="10981382" cy="631431"/>
            <a:chOff x="0" y="0"/>
            <a:chExt cx="14641843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41840" cy="841906"/>
            </a:xfrm>
            <a:custGeom>
              <a:avLst/>
              <a:gdLst/>
              <a:ahLst/>
              <a:cxnLst/>
              <a:rect r="r" b="b" t="t" l="l"/>
              <a:pathLst>
                <a:path h="841906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4641843" cy="880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Nén / Giải nén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14921" y="4680814"/>
            <a:ext cx="3706216" cy="631431"/>
            <a:chOff x="0" y="0"/>
            <a:chExt cx="4941621" cy="8419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41620" cy="841906"/>
            </a:xfrm>
            <a:custGeom>
              <a:avLst/>
              <a:gdLst/>
              <a:ahLst/>
              <a:cxnLst/>
              <a:rect r="r" b="b" t="t" l="l"/>
              <a:pathLst>
                <a:path h="841906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941621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 b="true">
                  <a:solidFill>
                    <a:srgbClr val="8FD4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2676" y="5380873"/>
            <a:ext cx="384353" cy="384353"/>
            <a:chOff x="0" y="0"/>
            <a:chExt cx="512470" cy="51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3853" y="5422059"/>
            <a:ext cx="301990" cy="301990"/>
            <a:chOff x="0" y="0"/>
            <a:chExt cx="402654" cy="402654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949196" y="5312245"/>
            <a:ext cx="14962127" cy="466706"/>
            <a:chOff x="0" y="0"/>
            <a:chExt cx="19949503" cy="6222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Nén nhiều tệp · Giải nén có xác nhận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72676" y="5929941"/>
            <a:ext cx="384353" cy="384353"/>
            <a:chOff x="0" y="0"/>
            <a:chExt cx="512470" cy="5124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13853" y="5971127"/>
            <a:ext cx="301990" cy="301990"/>
            <a:chOff x="0" y="0"/>
            <a:chExt cx="402654" cy="402654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49196" y="5861314"/>
            <a:ext cx="14962127" cy="466706"/>
            <a:chOff x="0" y="0"/>
            <a:chExt cx="19949503" cy="6222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Tiến trình · Tự đặt tên tránh trùng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72676" y="6479010"/>
            <a:ext cx="384353" cy="384353"/>
            <a:chOff x="0" y="0"/>
            <a:chExt cx="512470" cy="5124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13853" y="6520196"/>
            <a:ext cx="301990" cy="301990"/>
            <a:chOff x="0" y="0"/>
            <a:chExt cx="402654" cy="402654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949196" y="6410382"/>
            <a:ext cx="14962127" cy="466706"/>
            <a:chOff x="0" y="0"/>
            <a:chExt cx="19949503" cy="6222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Chống Zip Slip (hủy &amp; dọn dẹp)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0872" y="7096716"/>
            <a:ext cx="16403431" cy="631431"/>
            <a:chOff x="0" y="0"/>
            <a:chExt cx="21871242" cy="84190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871305" cy="841883"/>
            </a:xfrm>
            <a:custGeom>
              <a:avLst/>
              <a:gdLst/>
              <a:ahLst/>
              <a:cxnLst/>
              <a:rect r="r" b="b" t="t" l="l"/>
              <a:pathLst>
                <a:path h="841883" w="218713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724874" y="0"/>
                  </a:lnTo>
                  <a:cubicBezTo>
                    <a:pt x="21805773" y="0"/>
                    <a:pt x="21871305" y="65532"/>
                    <a:pt x="21871305" y="146431"/>
                  </a:cubicBezTo>
                  <a:lnTo>
                    <a:pt x="21871305" y="695452"/>
                  </a:lnTo>
                  <a:cubicBezTo>
                    <a:pt x="21871305" y="776351"/>
                    <a:pt x="21805773" y="841883"/>
                    <a:pt x="21724874" y="841883"/>
                  </a:cubicBezTo>
                  <a:lnTo>
                    <a:pt x="146431" y="841883"/>
                  </a:lnTo>
                  <a:cubicBezTo>
                    <a:pt x="65532" y="841883"/>
                    <a:pt x="0" y="776351"/>
                    <a:pt x="0" y="695452"/>
                  </a:cubicBezTo>
                  <a:close/>
                </a:path>
              </a:pathLst>
            </a:custGeom>
            <a:solidFill>
              <a:srgbClr val="0F2A3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04039" y="7096716"/>
            <a:ext cx="10981382" cy="631431"/>
            <a:chOff x="0" y="0"/>
            <a:chExt cx="14641843" cy="8419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641840" cy="841906"/>
            </a:xfrm>
            <a:custGeom>
              <a:avLst/>
              <a:gdLst/>
              <a:ahLst/>
              <a:cxnLst/>
              <a:rect r="r" b="b" t="t" l="l"/>
              <a:pathLst>
                <a:path h="841906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4641843" cy="880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Két bảo mật (Vault)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314921" y="7096716"/>
            <a:ext cx="3706216" cy="631431"/>
            <a:chOff x="0" y="0"/>
            <a:chExt cx="4941621" cy="8419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941620" cy="841906"/>
            </a:xfrm>
            <a:custGeom>
              <a:avLst/>
              <a:gdLst/>
              <a:ahLst/>
              <a:cxnLst/>
              <a:rect r="r" b="b" t="t" l="l"/>
              <a:pathLst>
                <a:path h="841906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4941621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 b="true">
                  <a:solidFill>
                    <a:srgbClr val="8FD4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HOÀN THÀNH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72676" y="7796774"/>
            <a:ext cx="384353" cy="384353"/>
            <a:chOff x="0" y="0"/>
            <a:chExt cx="512470" cy="5124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13853" y="7837961"/>
            <a:ext cx="301990" cy="301990"/>
            <a:chOff x="0" y="0"/>
            <a:chExt cx="402654" cy="402654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949196" y="7728147"/>
            <a:ext cx="14962127" cy="466706"/>
            <a:chOff x="0" y="0"/>
            <a:chExt cx="19949503" cy="62227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Mở bằng cử chỉ ẩn · Mật khẩu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72676" y="8345853"/>
            <a:ext cx="384353" cy="384353"/>
            <a:chOff x="0" y="0"/>
            <a:chExt cx="512470" cy="5124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13853" y="8387029"/>
            <a:ext cx="301990" cy="301990"/>
            <a:chOff x="0" y="0"/>
            <a:chExt cx="402654" cy="402654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949196" y="8277215"/>
            <a:ext cx="14962127" cy="466706"/>
            <a:chOff x="0" y="0"/>
            <a:chExt cx="19949503" cy="6222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Ẩn tệp · Move to Vault · Bulk vault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2676" y="8894921"/>
            <a:ext cx="384353" cy="384353"/>
            <a:chOff x="0" y="0"/>
            <a:chExt cx="512470" cy="51247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13853" y="8936098"/>
            <a:ext cx="301990" cy="301990"/>
            <a:chOff x="0" y="0"/>
            <a:chExt cx="402654" cy="402654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402590"/>
                  </a:lnTo>
                  <a:lnTo>
                    <a:pt x="0" y="40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" b="-15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949196" y="8826284"/>
            <a:ext cx="14962127" cy="466706"/>
            <a:chOff x="0" y="0"/>
            <a:chExt cx="19949503" cy="6222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9949506" cy="622278"/>
            </a:xfrm>
            <a:custGeom>
              <a:avLst/>
              <a:gdLst/>
              <a:ahLst/>
              <a:cxnLst/>
              <a:rect r="r" b="b" t="t" l="l"/>
              <a:pathLst>
                <a:path h="62227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4667" r="0" b="-57466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9949503" cy="6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B2A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Ẩn thư mục hệ thống khỏi danh sách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754971"/>
            <a:ext cx="1304039" cy="1304039"/>
            <a:chOff x="0" y="0"/>
            <a:chExt cx="1738719" cy="1738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8884" cy="1738884"/>
            </a:xfrm>
            <a:custGeom>
              <a:avLst/>
              <a:gdLst/>
              <a:ahLst/>
              <a:cxnLst/>
              <a:rect r="r" b="b" t="t" l="l"/>
              <a:pathLst>
                <a:path h="1738884" w="1738884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1286764" y="0"/>
                  </a:lnTo>
                  <a:cubicBezTo>
                    <a:pt x="1536446" y="0"/>
                    <a:pt x="1738884" y="202438"/>
                    <a:pt x="1738884" y="452120"/>
                  </a:cubicBezTo>
                  <a:lnTo>
                    <a:pt x="1738884" y="1286764"/>
                  </a:lnTo>
                  <a:cubicBezTo>
                    <a:pt x="1738884" y="1536446"/>
                    <a:pt x="1536446" y="1738884"/>
                    <a:pt x="1286764" y="1738884"/>
                  </a:cubicBezTo>
                  <a:lnTo>
                    <a:pt x="452120" y="1738884"/>
                  </a:lnTo>
                  <a:cubicBezTo>
                    <a:pt x="202438" y="1738884"/>
                    <a:pt x="0" y="1536446"/>
                    <a:pt x="0" y="12867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6571" y="1067943"/>
            <a:ext cx="678104" cy="678104"/>
            <a:chOff x="0" y="0"/>
            <a:chExt cx="904138" cy="90413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04113" cy="904113"/>
            </a:xfrm>
            <a:custGeom>
              <a:avLst/>
              <a:gdLst/>
              <a:ahLst/>
              <a:cxnLst/>
              <a:rect r="r" b="b" t="t" l="l"/>
              <a:pathLst>
                <a:path h="904113" w="904113">
                  <a:moveTo>
                    <a:pt x="0" y="0"/>
                  </a:moveTo>
                  <a:lnTo>
                    <a:pt x="904113" y="0"/>
                  </a:lnTo>
                  <a:lnTo>
                    <a:pt x="904113" y="904113"/>
                  </a:lnTo>
                  <a:lnTo>
                    <a:pt x="0" y="90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1000" y="754971"/>
            <a:ext cx="10981382" cy="411804"/>
            <a:chOff x="0" y="0"/>
            <a:chExt cx="14641843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41843" cy="587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61000" y="1153049"/>
            <a:ext cx="12628588" cy="988324"/>
            <a:chOff x="0" y="0"/>
            <a:chExt cx="16838117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38115" cy="1317765"/>
            </a:xfrm>
            <a:custGeom>
              <a:avLst/>
              <a:gdLst/>
              <a:ahLst/>
              <a:cxnLst/>
              <a:rect r="r" b="b" t="t" l="l"/>
              <a:pathLst>
                <a:path h="1317765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838117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F2A3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Kết quả bằng số liệu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1338" y="2598544"/>
            <a:ext cx="5303853" cy="2627138"/>
            <a:chOff x="0" y="0"/>
            <a:chExt cx="7071804" cy="3502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868" cy="3502914"/>
            </a:xfrm>
            <a:custGeom>
              <a:avLst/>
              <a:gdLst/>
              <a:ahLst/>
              <a:cxnLst/>
              <a:rect r="r" b="b" t="t" l="l"/>
              <a:pathLst>
                <a:path h="3502914" w="707186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887464" y="0"/>
                  </a:lnTo>
                  <a:cubicBezTo>
                    <a:pt x="6989318" y="0"/>
                    <a:pt x="7071868" y="82550"/>
                    <a:pt x="7071868" y="184404"/>
                  </a:cubicBezTo>
                  <a:lnTo>
                    <a:pt x="7071868" y="3318510"/>
                  </a:lnTo>
                  <a:cubicBezTo>
                    <a:pt x="7071868" y="3420364"/>
                    <a:pt x="6989318" y="3502914"/>
                    <a:pt x="688746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2951245"/>
            <a:ext cx="5284784" cy="1235402"/>
            <a:chOff x="0" y="0"/>
            <a:chExt cx="7046379" cy="16472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6385" cy="1647207"/>
            </a:xfrm>
            <a:custGeom>
              <a:avLst/>
              <a:gdLst/>
              <a:ahLst/>
              <a:cxnLst/>
              <a:rect r="r" b="b" t="t" l="l"/>
              <a:pathLst>
                <a:path h="1647207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046379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E9E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6/6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4186647"/>
            <a:ext cx="5284784" cy="686333"/>
            <a:chOff x="0" y="0"/>
            <a:chExt cx="7046379" cy="915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46385" cy="915115"/>
            </a:xfrm>
            <a:custGeom>
              <a:avLst/>
              <a:gdLst/>
              <a:ahLst/>
              <a:cxnLst/>
              <a:rect r="r" b="b" t="t" l="l"/>
              <a:pathLst>
                <a:path h="915115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46379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nhóm chức năng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75387" y="2598544"/>
            <a:ext cx="5303853" cy="2627138"/>
            <a:chOff x="0" y="0"/>
            <a:chExt cx="7071804" cy="3502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868" cy="3502914"/>
            </a:xfrm>
            <a:custGeom>
              <a:avLst/>
              <a:gdLst/>
              <a:ahLst/>
              <a:cxnLst/>
              <a:rect r="r" b="b" t="t" l="l"/>
              <a:pathLst>
                <a:path h="3502914" w="707186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887464" y="0"/>
                  </a:lnTo>
                  <a:cubicBezTo>
                    <a:pt x="6989318" y="0"/>
                    <a:pt x="7071868" y="82550"/>
                    <a:pt x="7071868" y="184404"/>
                  </a:cubicBezTo>
                  <a:lnTo>
                    <a:pt x="7071868" y="3318510"/>
                  </a:lnTo>
                  <a:cubicBezTo>
                    <a:pt x="7071868" y="3420364"/>
                    <a:pt x="6989318" y="3502914"/>
                    <a:pt x="688746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684912" y="2951245"/>
            <a:ext cx="5284784" cy="1235402"/>
            <a:chOff x="0" y="0"/>
            <a:chExt cx="7046379" cy="16472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6385" cy="1647207"/>
            </a:xfrm>
            <a:custGeom>
              <a:avLst/>
              <a:gdLst/>
              <a:ahLst/>
              <a:cxnLst/>
              <a:rect r="r" b="b" t="t" l="l"/>
              <a:pathLst>
                <a:path h="1647207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046379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E887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30+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84912" y="4186647"/>
            <a:ext cx="5284784" cy="686333"/>
            <a:chOff x="0" y="0"/>
            <a:chExt cx="7046379" cy="915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46385" cy="915115"/>
            </a:xfrm>
            <a:custGeom>
              <a:avLst/>
              <a:gdLst/>
              <a:ahLst/>
              <a:cxnLst/>
              <a:rect r="r" b="b" t="t" l="l"/>
              <a:pathLst>
                <a:path h="915115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046379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tính năng cụ thể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99426" y="2598544"/>
            <a:ext cx="5303853" cy="2627138"/>
            <a:chOff x="0" y="0"/>
            <a:chExt cx="7071804" cy="35028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71868" cy="3502914"/>
            </a:xfrm>
            <a:custGeom>
              <a:avLst/>
              <a:gdLst/>
              <a:ahLst/>
              <a:cxnLst/>
              <a:rect r="r" b="b" t="t" l="l"/>
              <a:pathLst>
                <a:path h="3502914" w="707186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887464" y="0"/>
                  </a:lnTo>
                  <a:cubicBezTo>
                    <a:pt x="6989318" y="0"/>
                    <a:pt x="7071868" y="82550"/>
                    <a:pt x="7071868" y="184404"/>
                  </a:cubicBezTo>
                  <a:lnTo>
                    <a:pt x="7071868" y="3318510"/>
                  </a:lnTo>
                  <a:cubicBezTo>
                    <a:pt x="7071868" y="3420364"/>
                    <a:pt x="6989318" y="3502914"/>
                    <a:pt x="688746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08960" y="2951245"/>
            <a:ext cx="5284784" cy="1235402"/>
            <a:chOff x="0" y="0"/>
            <a:chExt cx="7046379" cy="1647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46385" cy="1647207"/>
            </a:xfrm>
            <a:custGeom>
              <a:avLst/>
              <a:gdLst/>
              <a:ahLst/>
              <a:cxnLst/>
              <a:rect r="r" b="b" t="t" l="l"/>
              <a:pathLst>
                <a:path h="1647207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7046379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408960" y="4186647"/>
            <a:ext cx="5284784" cy="686333"/>
            <a:chOff x="0" y="0"/>
            <a:chExt cx="7046379" cy="915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46385" cy="915115"/>
            </a:xfrm>
            <a:custGeom>
              <a:avLst/>
              <a:gdLst/>
              <a:ahLst/>
              <a:cxnLst/>
              <a:rect r="r" b="b" t="t" l="l"/>
              <a:pathLst>
                <a:path h="915115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046379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màn hình (Activity)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1338" y="5687054"/>
            <a:ext cx="5303853" cy="2627138"/>
            <a:chOff x="0" y="0"/>
            <a:chExt cx="7071804" cy="35028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71868" cy="3502914"/>
            </a:xfrm>
            <a:custGeom>
              <a:avLst/>
              <a:gdLst/>
              <a:ahLst/>
              <a:cxnLst/>
              <a:rect r="r" b="b" t="t" l="l"/>
              <a:pathLst>
                <a:path h="3502914" w="707186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887464" y="0"/>
                  </a:lnTo>
                  <a:cubicBezTo>
                    <a:pt x="6989318" y="0"/>
                    <a:pt x="7071868" y="82550"/>
                    <a:pt x="7071868" y="184404"/>
                  </a:cubicBezTo>
                  <a:lnTo>
                    <a:pt x="7071868" y="3318510"/>
                  </a:lnTo>
                  <a:cubicBezTo>
                    <a:pt x="7071868" y="3420364"/>
                    <a:pt x="6989318" y="3502914"/>
                    <a:pt x="688746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60872" y="6039755"/>
            <a:ext cx="5284784" cy="1235402"/>
            <a:chOff x="0" y="0"/>
            <a:chExt cx="7046379" cy="16472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46385" cy="1647207"/>
            </a:xfrm>
            <a:custGeom>
              <a:avLst/>
              <a:gdLst/>
              <a:ahLst/>
              <a:cxnLst/>
              <a:rect r="r" b="b" t="t" l="l"/>
              <a:pathLst>
                <a:path h="1647207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046379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E4A6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872" y="7275166"/>
            <a:ext cx="5284784" cy="686333"/>
            <a:chOff x="0" y="0"/>
            <a:chExt cx="7046379" cy="915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46385" cy="915115"/>
            </a:xfrm>
            <a:custGeom>
              <a:avLst/>
              <a:gdLst/>
              <a:ahLst/>
              <a:cxnLst/>
              <a:rect r="r" b="b" t="t" l="l"/>
              <a:pathLst>
                <a:path h="915115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046379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thao tác (Operation)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75387" y="5687054"/>
            <a:ext cx="5303853" cy="2627138"/>
            <a:chOff x="0" y="0"/>
            <a:chExt cx="7071804" cy="35028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71868" cy="3502914"/>
            </a:xfrm>
            <a:custGeom>
              <a:avLst/>
              <a:gdLst/>
              <a:ahLst/>
              <a:cxnLst/>
              <a:rect r="r" b="b" t="t" l="l"/>
              <a:pathLst>
                <a:path h="3502914" w="707186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887464" y="0"/>
                  </a:lnTo>
                  <a:cubicBezTo>
                    <a:pt x="6989318" y="0"/>
                    <a:pt x="7071868" y="82550"/>
                    <a:pt x="7071868" y="184404"/>
                  </a:cubicBezTo>
                  <a:lnTo>
                    <a:pt x="7071868" y="3318510"/>
                  </a:lnTo>
                  <a:cubicBezTo>
                    <a:pt x="7071868" y="3420364"/>
                    <a:pt x="6989318" y="3502914"/>
                    <a:pt x="688746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684912" y="6039755"/>
            <a:ext cx="5284784" cy="1235402"/>
            <a:chOff x="0" y="0"/>
            <a:chExt cx="7046379" cy="164720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46385" cy="1647207"/>
            </a:xfrm>
            <a:custGeom>
              <a:avLst/>
              <a:gdLst/>
              <a:ahLst/>
              <a:cxnLst/>
              <a:rect r="r" b="b" t="t" l="l"/>
              <a:pathLst>
                <a:path h="1647207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7046379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2E86A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684912" y="7275166"/>
            <a:ext cx="5284784" cy="686333"/>
            <a:chOff x="0" y="0"/>
            <a:chExt cx="7046379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46385" cy="915115"/>
            </a:xfrm>
            <a:custGeom>
              <a:avLst/>
              <a:gdLst/>
              <a:ahLst/>
              <a:cxnLst/>
              <a:rect r="r" b="b" t="t" l="l"/>
              <a:pathLst>
                <a:path h="915115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046379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trình xem tích hợp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99426" y="5687054"/>
            <a:ext cx="5303853" cy="2627138"/>
            <a:chOff x="0" y="0"/>
            <a:chExt cx="7071804" cy="35028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071868" cy="3502914"/>
            </a:xfrm>
            <a:custGeom>
              <a:avLst/>
              <a:gdLst/>
              <a:ahLst/>
              <a:cxnLst/>
              <a:rect r="r" b="b" t="t" l="l"/>
              <a:pathLst>
                <a:path h="3502914" w="7071868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887464" y="0"/>
                  </a:lnTo>
                  <a:cubicBezTo>
                    <a:pt x="6989318" y="0"/>
                    <a:pt x="7071868" y="82550"/>
                    <a:pt x="7071868" y="184404"/>
                  </a:cubicBezTo>
                  <a:lnTo>
                    <a:pt x="7071868" y="3318510"/>
                  </a:lnTo>
                  <a:cubicBezTo>
                    <a:pt x="7071868" y="3420364"/>
                    <a:pt x="6989318" y="3502914"/>
                    <a:pt x="6887464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9E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408960" y="6039755"/>
            <a:ext cx="5284784" cy="1235402"/>
            <a:chOff x="0" y="0"/>
            <a:chExt cx="7046379" cy="16472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46385" cy="1647207"/>
            </a:xfrm>
            <a:custGeom>
              <a:avLst/>
              <a:gdLst/>
              <a:ahLst/>
              <a:cxnLst/>
              <a:rect r="r" b="b" t="t" l="l"/>
              <a:pathLst>
                <a:path h="1647207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046379" cy="1666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1E9E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408960" y="7275166"/>
            <a:ext cx="5284784" cy="686333"/>
            <a:chOff x="0" y="0"/>
            <a:chExt cx="7046379" cy="9151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46385" cy="915115"/>
            </a:xfrm>
            <a:custGeom>
              <a:avLst/>
              <a:gdLst/>
              <a:ahLst/>
              <a:cxnLst/>
              <a:rect r="r" b="b" t="t" l="l"/>
              <a:pathLst>
                <a:path h="915115" w="7046385">
                  <a:moveTo>
                    <a:pt x="0" y="0"/>
                  </a:moveTo>
                  <a:lnTo>
                    <a:pt x="7046385" y="0"/>
                  </a:lnTo>
                  <a:lnTo>
                    <a:pt x="70463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046379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5C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Java · ~4.800 dòng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6274" y="-2470814"/>
            <a:ext cx="7412431" cy="7412431"/>
            <a:chOff x="0" y="0"/>
            <a:chExt cx="9883242" cy="9883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3140" cy="9883267"/>
            </a:xfrm>
            <a:custGeom>
              <a:avLst/>
              <a:gdLst/>
              <a:ahLst/>
              <a:cxnLst/>
              <a:rect r="r" b="b" t="t" l="l"/>
              <a:pathLst>
                <a:path h="9883267" w="9883140">
                  <a:moveTo>
                    <a:pt x="0" y="4941570"/>
                  </a:moveTo>
                  <a:cubicBezTo>
                    <a:pt x="0" y="2212467"/>
                    <a:pt x="2212467" y="0"/>
                    <a:pt x="4941570" y="0"/>
                  </a:cubicBezTo>
                  <a:cubicBezTo>
                    <a:pt x="7670673" y="0"/>
                    <a:pt x="9883140" y="2212467"/>
                    <a:pt x="9883140" y="4941570"/>
                  </a:cubicBezTo>
                  <a:cubicBezTo>
                    <a:pt x="9883140" y="7670673"/>
                    <a:pt x="7670800" y="9883267"/>
                    <a:pt x="4941570" y="9883267"/>
                  </a:cubicBezTo>
                  <a:cubicBezTo>
                    <a:pt x="2212340" y="9883267"/>
                    <a:pt x="0" y="7670800"/>
                    <a:pt x="0" y="4941570"/>
                  </a:cubicBezTo>
                  <a:close/>
                </a:path>
              </a:pathLst>
            </a:custGeom>
            <a:solidFill>
              <a:srgbClr val="1637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75794" y="5216157"/>
            <a:ext cx="7137892" cy="7137892"/>
            <a:chOff x="0" y="0"/>
            <a:chExt cx="9517190" cy="9517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17253" cy="9517253"/>
            </a:xfrm>
            <a:custGeom>
              <a:avLst/>
              <a:gdLst/>
              <a:ahLst/>
              <a:cxnLst/>
              <a:rect r="r" b="b" t="t" l="l"/>
              <a:pathLst>
                <a:path h="9517253" w="9517253">
                  <a:moveTo>
                    <a:pt x="0" y="4758563"/>
                  </a:moveTo>
                  <a:cubicBezTo>
                    <a:pt x="0" y="2130552"/>
                    <a:pt x="2130552" y="0"/>
                    <a:pt x="4758563" y="0"/>
                  </a:cubicBezTo>
                  <a:cubicBezTo>
                    <a:pt x="7386574" y="0"/>
                    <a:pt x="9517253" y="2130552"/>
                    <a:pt x="9517253" y="4758563"/>
                  </a:cubicBezTo>
                  <a:cubicBezTo>
                    <a:pt x="9517253" y="7386574"/>
                    <a:pt x="7386701" y="9517253"/>
                    <a:pt x="4758563" y="9517253"/>
                  </a:cubicBezTo>
                  <a:cubicBezTo>
                    <a:pt x="2130425" y="9517253"/>
                    <a:pt x="0" y="7386701"/>
                    <a:pt x="0" y="4758563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6774" y="960872"/>
            <a:ext cx="1441304" cy="1441304"/>
            <a:chOff x="0" y="0"/>
            <a:chExt cx="1921739" cy="19217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637" cy="1921637"/>
            </a:xfrm>
            <a:custGeom>
              <a:avLst/>
              <a:gdLst/>
              <a:ahLst/>
              <a:cxnLst/>
              <a:rect r="r" b="b" t="t" l="l"/>
              <a:pathLst>
                <a:path h="1921637" w="1921637">
                  <a:moveTo>
                    <a:pt x="0" y="499618"/>
                  </a:moveTo>
                  <a:cubicBezTo>
                    <a:pt x="0" y="223647"/>
                    <a:pt x="223647" y="0"/>
                    <a:pt x="499618" y="0"/>
                  </a:cubicBezTo>
                  <a:lnTo>
                    <a:pt x="1422019" y="0"/>
                  </a:lnTo>
                  <a:cubicBezTo>
                    <a:pt x="1697990" y="0"/>
                    <a:pt x="1921637" y="223647"/>
                    <a:pt x="1921637" y="499618"/>
                  </a:cubicBezTo>
                  <a:lnTo>
                    <a:pt x="1921637" y="1422019"/>
                  </a:lnTo>
                  <a:cubicBezTo>
                    <a:pt x="1921637" y="1697990"/>
                    <a:pt x="1697990" y="1921637"/>
                    <a:pt x="1422019" y="1921637"/>
                  </a:cubicBezTo>
                  <a:lnTo>
                    <a:pt x="499618" y="1921637"/>
                  </a:lnTo>
                  <a:cubicBezTo>
                    <a:pt x="223647" y="1921764"/>
                    <a:pt x="0" y="1697990"/>
                    <a:pt x="0" y="1422146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2684" y="1306782"/>
            <a:ext cx="749475" cy="749475"/>
            <a:chOff x="0" y="0"/>
            <a:chExt cx="999300" cy="9993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99363" cy="999363"/>
            </a:xfrm>
            <a:custGeom>
              <a:avLst/>
              <a:gdLst/>
              <a:ahLst/>
              <a:cxnLst/>
              <a:rect r="r" b="b" t="t" l="l"/>
              <a:pathLst>
                <a:path h="999363" w="999363">
                  <a:moveTo>
                    <a:pt x="0" y="0"/>
                  </a:moveTo>
                  <a:lnTo>
                    <a:pt x="999363" y="0"/>
                  </a:lnTo>
                  <a:lnTo>
                    <a:pt x="999363" y="999363"/>
                  </a:lnTo>
                  <a:lnTo>
                    <a:pt x="0" y="999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13980" y="1070686"/>
            <a:ext cx="10981382" cy="549069"/>
            <a:chOff x="0" y="0"/>
            <a:chExt cx="14641843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1840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641843" cy="78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b="true" sz="2251" spc="450">
                  <a:solidFill>
                    <a:srgbClr val="E887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LUẬN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13980" y="1537392"/>
            <a:ext cx="14413059" cy="960872"/>
            <a:chOff x="0" y="0"/>
            <a:chExt cx="19217411" cy="12811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17413" cy="1281161"/>
            </a:xfrm>
            <a:custGeom>
              <a:avLst/>
              <a:gdLst/>
              <a:ahLst/>
              <a:cxnLst/>
              <a:rect r="r" b="b" t="t" l="l"/>
              <a:pathLst>
                <a:path h="1281161" w="19217413">
                  <a:moveTo>
                    <a:pt x="0" y="0"/>
                  </a:moveTo>
                  <a:lnTo>
                    <a:pt x="19217413" y="0"/>
                  </a:lnTo>
                  <a:lnTo>
                    <a:pt x="19217413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217411" cy="1290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Hoàn thành 100% mục tiêu đề ra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57240" y="3216250"/>
            <a:ext cx="3931177" cy="2627138"/>
            <a:chOff x="0" y="0"/>
            <a:chExt cx="5241569" cy="3502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41671" cy="3502914"/>
            </a:xfrm>
            <a:custGeom>
              <a:avLst/>
              <a:gdLst/>
              <a:ahLst/>
              <a:cxnLst/>
              <a:rect r="r" b="b" t="t" l="l"/>
              <a:pathLst>
                <a:path h="3502914" w="5241671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057267" y="0"/>
                  </a:lnTo>
                  <a:cubicBezTo>
                    <a:pt x="5159121" y="0"/>
                    <a:pt x="5241671" y="82550"/>
                    <a:pt x="5241671" y="184404"/>
                  </a:cubicBezTo>
                  <a:lnTo>
                    <a:pt x="5241671" y="3318510"/>
                  </a:lnTo>
                  <a:cubicBezTo>
                    <a:pt x="5241671" y="3420364"/>
                    <a:pt x="5159121" y="3502914"/>
                    <a:pt x="5057267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E4A6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505123" y="3637578"/>
            <a:ext cx="1235402" cy="1235402"/>
            <a:chOff x="0" y="0"/>
            <a:chExt cx="1647203" cy="1647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826334" y="3958790"/>
            <a:ext cx="592998" cy="592998"/>
            <a:chOff x="0" y="0"/>
            <a:chExt cx="790664" cy="79066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90702" cy="790702"/>
            </a:xfrm>
            <a:custGeom>
              <a:avLst/>
              <a:gdLst/>
              <a:ahLst/>
              <a:cxnLst/>
              <a:rect r="r" b="b" t="t" l="l"/>
              <a:pathLst>
                <a:path h="790702" w="790702">
                  <a:moveTo>
                    <a:pt x="0" y="0"/>
                  </a:moveTo>
                  <a:lnTo>
                    <a:pt x="790702" y="0"/>
                  </a:lnTo>
                  <a:lnTo>
                    <a:pt x="790702" y="790702"/>
                  </a:lnTo>
                  <a:lnTo>
                    <a:pt x="0" y="790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41304" y="4982804"/>
            <a:ext cx="3363049" cy="754971"/>
            <a:chOff x="0" y="0"/>
            <a:chExt cx="4484065" cy="10066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840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96" r="0" b="-367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484065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CFE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Trọn vẹn trong 1 app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53701" y="3216250"/>
            <a:ext cx="3931177" cy="2627138"/>
            <a:chOff x="0" y="0"/>
            <a:chExt cx="5241569" cy="35028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41671" cy="3502914"/>
            </a:xfrm>
            <a:custGeom>
              <a:avLst/>
              <a:gdLst/>
              <a:ahLst/>
              <a:cxnLst/>
              <a:rect r="r" b="b" t="t" l="l"/>
              <a:pathLst>
                <a:path h="3502914" w="5241671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057267" y="0"/>
                  </a:lnTo>
                  <a:cubicBezTo>
                    <a:pt x="5159121" y="0"/>
                    <a:pt x="5241671" y="82550"/>
                    <a:pt x="5241671" y="184404"/>
                  </a:cubicBezTo>
                  <a:lnTo>
                    <a:pt x="5241671" y="3318510"/>
                  </a:lnTo>
                  <a:cubicBezTo>
                    <a:pt x="5241671" y="3420364"/>
                    <a:pt x="5159121" y="3502914"/>
                    <a:pt x="5057267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E4A6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801593" y="3637578"/>
            <a:ext cx="1235402" cy="1235402"/>
            <a:chOff x="0" y="0"/>
            <a:chExt cx="1647203" cy="1647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E8873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22795" y="3958790"/>
            <a:ext cx="592998" cy="592998"/>
            <a:chOff x="0" y="0"/>
            <a:chExt cx="790664" cy="790664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90702" cy="790702"/>
            </a:xfrm>
            <a:custGeom>
              <a:avLst/>
              <a:gdLst/>
              <a:ahLst/>
              <a:cxnLst/>
              <a:rect r="r" b="b" t="t" l="l"/>
              <a:pathLst>
                <a:path h="790702" w="790702">
                  <a:moveTo>
                    <a:pt x="0" y="0"/>
                  </a:moveTo>
                  <a:lnTo>
                    <a:pt x="790702" y="0"/>
                  </a:lnTo>
                  <a:lnTo>
                    <a:pt x="790702" y="790702"/>
                  </a:lnTo>
                  <a:lnTo>
                    <a:pt x="0" y="790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37774" y="4982804"/>
            <a:ext cx="3363049" cy="754971"/>
            <a:chOff x="0" y="0"/>
            <a:chExt cx="4484065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840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96" r="0" b="-367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484065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CFE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Chú trọng an toàn dữ liệu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50171" y="3216250"/>
            <a:ext cx="3931177" cy="2627138"/>
            <a:chOff x="0" y="0"/>
            <a:chExt cx="5241569" cy="3502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41671" cy="3502914"/>
            </a:xfrm>
            <a:custGeom>
              <a:avLst/>
              <a:gdLst/>
              <a:ahLst/>
              <a:cxnLst/>
              <a:rect r="r" b="b" t="t" l="l"/>
              <a:pathLst>
                <a:path h="3502914" w="5241671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057267" y="0"/>
                  </a:lnTo>
                  <a:cubicBezTo>
                    <a:pt x="5159121" y="0"/>
                    <a:pt x="5241671" y="82550"/>
                    <a:pt x="5241671" y="184404"/>
                  </a:cubicBezTo>
                  <a:lnTo>
                    <a:pt x="5241671" y="3318510"/>
                  </a:lnTo>
                  <a:cubicBezTo>
                    <a:pt x="5241671" y="3420364"/>
                    <a:pt x="5159121" y="3502914"/>
                    <a:pt x="5057267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E4A6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098054" y="3637578"/>
            <a:ext cx="1235402" cy="1235402"/>
            <a:chOff x="0" y="0"/>
            <a:chExt cx="1647203" cy="16472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1E4A6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419265" y="3958790"/>
            <a:ext cx="592998" cy="592998"/>
            <a:chOff x="0" y="0"/>
            <a:chExt cx="790664" cy="790664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90702" cy="790702"/>
            </a:xfrm>
            <a:custGeom>
              <a:avLst/>
              <a:gdLst/>
              <a:ahLst/>
              <a:cxnLst/>
              <a:rect r="r" b="b" t="t" l="l"/>
              <a:pathLst>
                <a:path h="790702" w="790702">
                  <a:moveTo>
                    <a:pt x="0" y="0"/>
                  </a:moveTo>
                  <a:lnTo>
                    <a:pt x="790702" y="0"/>
                  </a:lnTo>
                  <a:lnTo>
                    <a:pt x="790702" y="790702"/>
                  </a:lnTo>
                  <a:lnTo>
                    <a:pt x="0" y="790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34235" y="4982804"/>
            <a:ext cx="3363049" cy="754971"/>
            <a:chOff x="0" y="0"/>
            <a:chExt cx="4484065" cy="1006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840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96" r="0" b="-3679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484065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CFE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Kiến trúc phân tầng rõ ràng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046632" y="3216250"/>
            <a:ext cx="3931177" cy="2627138"/>
            <a:chOff x="0" y="0"/>
            <a:chExt cx="5241569" cy="35028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41671" cy="3502914"/>
            </a:xfrm>
            <a:custGeom>
              <a:avLst/>
              <a:gdLst/>
              <a:ahLst/>
              <a:cxnLst/>
              <a:rect r="r" b="b" t="t" l="l"/>
              <a:pathLst>
                <a:path h="3502914" w="5241671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057267" y="0"/>
                  </a:lnTo>
                  <a:cubicBezTo>
                    <a:pt x="5159121" y="0"/>
                    <a:pt x="5241671" y="82550"/>
                    <a:pt x="5241671" y="184404"/>
                  </a:cubicBezTo>
                  <a:lnTo>
                    <a:pt x="5241671" y="3318510"/>
                  </a:lnTo>
                  <a:cubicBezTo>
                    <a:pt x="5241671" y="3420364"/>
                    <a:pt x="5159121" y="3502914"/>
                    <a:pt x="5057267" y="3502914"/>
                  </a:cubicBezTo>
                  <a:lnTo>
                    <a:pt x="184404" y="3502914"/>
                  </a:lnTo>
                  <a:cubicBezTo>
                    <a:pt x="82550" y="3502914"/>
                    <a:pt x="0" y="3420364"/>
                    <a:pt x="0" y="3318510"/>
                  </a:cubicBezTo>
                  <a:close/>
                </a:path>
              </a:pathLst>
            </a:custGeom>
            <a:solidFill>
              <a:srgbClr val="16374F"/>
            </a:solidFill>
            <a:ln w="19065" cap="sq">
              <a:solidFill>
                <a:srgbClr val="1E4A6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5394524" y="3637578"/>
            <a:ext cx="1235402" cy="1235402"/>
            <a:chOff x="0" y="0"/>
            <a:chExt cx="1647203" cy="16472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1E9E6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715726" y="3958790"/>
            <a:ext cx="592998" cy="592998"/>
            <a:chOff x="0" y="0"/>
            <a:chExt cx="790664" cy="790664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790702" cy="790702"/>
            </a:xfrm>
            <a:custGeom>
              <a:avLst/>
              <a:gdLst/>
              <a:ahLst/>
              <a:cxnLst/>
              <a:rect r="r" b="b" t="t" l="l"/>
              <a:pathLst>
                <a:path h="790702" w="790702">
                  <a:moveTo>
                    <a:pt x="0" y="0"/>
                  </a:moveTo>
                  <a:lnTo>
                    <a:pt x="790702" y="0"/>
                  </a:lnTo>
                  <a:lnTo>
                    <a:pt x="790702" y="790702"/>
                  </a:lnTo>
                  <a:lnTo>
                    <a:pt x="0" y="790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330696" y="4982804"/>
            <a:ext cx="3363049" cy="754971"/>
            <a:chOff x="0" y="0"/>
            <a:chExt cx="4484065" cy="100662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840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96" r="0" b="-3679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484065" cy="1044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CFE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6/6 nhóm chức năng chạy tốt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66774" y="6314294"/>
            <a:ext cx="15099392" cy="686333"/>
            <a:chOff x="0" y="0"/>
            <a:chExt cx="20132523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32529" cy="915115"/>
            </a:xfrm>
            <a:custGeom>
              <a:avLst/>
              <a:gdLst/>
              <a:ahLst/>
              <a:cxnLst/>
              <a:rect r="r" b="b" t="t" l="l"/>
              <a:pathLst>
                <a:path h="915115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0132523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File hoạt động ổn định, tích hợp thống nhất, sẵn sàng build APK và demo.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6774" y="7069264"/>
            <a:ext cx="15648470" cy="686333"/>
            <a:chOff x="0" y="0"/>
            <a:chExt cx="20864627" cy="9151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864621" cy="915115"/>
            </a:xfrm>
            <a:custGeom>
              <a:avLst/>
              <a:gdLst/>
              <a:ahLst/>
              <a:cxnLst/>
              <a:rect r="r" b="b" t="t" l="l"/>
              <a:pathLst>
                <a:path h="915115" w="20864621">
                  <a:moveTo>
                    <a:pt x="0" y="0"/>
                  </a:moveTo>
                  <a:lnTo>
                    <a:pt x="20864621" y="0"/>
                  </a:lnTo>
                  <a:lnTo>
                    <a:pt x="2086462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4259" r="0" b="-39425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0864627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9FB6C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Hướng phát triển: Mã hóa AES cho Vault · Đồng bộ đám mây · RAR/7z · Dark mode &amp; đa ngôn ngữ.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66774" y="8030137"/>
            <a:ext cx="4667088" cy="851059"/>
            <a:chOff x="0" y="0"/>
            <a:chExt cx="6222784" cy="11347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22746" cy="1134618"/>
            </a:xfrm>
            <a:custGeom>
              <a:avLst/>
              <a:gdLst/>
              <a:ahLst/>
              <a:cxnLst/>
              <a:rect r="r" b="b" t="t" l="l"/>
              <a:pathLst>
                <a:path h="1134618" w="6222746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lnTo>
                    <a:pt x="5655437" y="0"/>
                  </a:lnTo>
                  <a:cubicBezTo>
                    <a:pt x="5968746" y="0"/>
                    <a:pt x="6222746" y="254000"/>
                    <a:pt x="6222746" y="567309"/>
                  </a:cubicBezTo>
                  <a:cubicBezTo>
                    <a:pt x="6222746" y="880618"/>
                    <a:pt x="5968746" y="1134618"/>
                    <a:pt x="5655437" y="1134618"/>
                  </a:cubicBezTo>
                  <a:lnTo>
                    <a:pt x="567309" y="1134618"/>
                  </a:lnTo>
                  <a:cubicBezTo>
                    <a:pt x="254000" y="1134745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66774" y="8030137"/>
            <a:ext cx="4667088" cy="851059"/>
            <a:chOff x="0" y="0"/>
            <a:chExt cx="6222784" cy="11347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222781" cy="1134743"/>
            </a:xfrm>
            <a:custGeom>
              <a:avLst/>
              <a:gdLst/>
              <a:ahLst/>
              <a:cxnLst/>
              <a:rect r="r" b="b" t="t" l="l"/>
              <a:pathLst>
                <a:path h="1134743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853" r="0" b="-5685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222784" cy="118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Cảm ơn — Q &amp; 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158402" y="9540069"/>
            <a:ext cx="960872" cy="480431"/>
            <a:chOff x="0" y="0"/>
            <a:chExt cx="1281163" cy="6405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1161" cy="640580"/>
            </a:xfrm>
            <a:custGeom>
              <a:avLst/>
              <a:gdLst/>
              <a:ahLst/>
              <a:cxnLst/>
              <a:rect r="r" b="b" t="t" l="l"/>
              <a:pathLst>
                <a:path h="640580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281163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1"/>
                </a:lnSpc>
              </a:pPr>
              <a:r>
                <a:rPr lang="en-US" sz="1501">
                  <a:solidFill>
                    <a:srgbClr val="CF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DAHQr3AVLjE</dc:identifier>
  <dcterms:modified xsi:type="dcterms:W3CDTF">2011-08-01T06:04:30Z</dcterms:modified>
  <cp:revision>1</cp:revision>
  <dc:title>My_File_BaoCaoKetQua.pptx</dc:title>
</cp:coreProperties>
</file>