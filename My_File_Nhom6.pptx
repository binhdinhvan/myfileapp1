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thầy/cô và các bạn. Nhóm 6 xin trình bày đồ án My File — ứng dụng quản lý tệp trên Android viết bằng Java, tích hợp đầy đủ 6 nhóm chức năng.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Dự án chia cho 3 thành viên theo công sức: A phụ trách duyệt và tích hợp, B phụ trách thao tác file, C phụ trách xem nội dung và nén giải nén.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trình bày gồm 6 nhóm nội dung: bối cảnh, kiến trúc, và bốn nhóm chức năng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điểm đau chính mà My File giải quyết: tìm kiếm-sắp xếp, khôi phục tệp, xem nội dung ngay trong app, và bảo vệ tệp riêng tư.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mục tiêu: duyệt mượt, thao tác đầy đủ, an toàn dữ liệu, và trải nghiệm trọn vẹn trong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Toàn bộ ứng dụng gồm sáu nhóm chức năng này. Các slide sau sẽ đi sâu từng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Ứng dụng viết thuần Java, dùng Material Design cho UI, và các thư viện chuyên biệt cho ảnh, video, EXIF.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Kiến trúc chia 4 tầng: UI, Domain, Data, Utils. Mỗi tầng có trách nhiệm rõ ràng, giúp code dễ bảo trì và mở rộng.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Cây package phản ánh kiến trúc: data, domain, ui, feature, utils. Tổng 41 file Java, khoảng 4.800 dòng.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điển hình: mở app và cấp quyền, duyệt, chạm chọn tệp, ứng dụng tự phân loại và mở trình xem phù hợp.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Bắt đầu với nhóm chức năng nền tảng: duyệt và điều hướng tệp.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dùng điều hướng bằng breadcrumb có thể chạm, chuyển tab dưới, và đổi giữa list và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Sắp xếp đa tiêu chí với thư mục luôn ưu tiên; tìm kiếm lọc nhanh theo tên, không phân biệt hoa thường.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Ngăn chọn bộ nhớ hiển thị bộ nhớ trong, thẻ ngoài và thư mục nhanh, kèm dung lượng trực quan.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chức năng thứ hai: thao tác với tệp và thùng rác.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Ứng dụng hỗ trợ mọi thao tác cơ bản trên tệp, cộng thêm nén và đưa vào két bảo mật; đều hỗ trợ chọn nhiều.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 Pattern: một interface FileOperation với nhiều lớp triển khai. Thêm thao tác mới chỉ cần thêm lớp, tuân thủ nguyên tắc Open/Closed.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Thùng rác dùng xóa mềm, tự dọn sau 30 ngày, cho khôi phục hoặc xóa hẳn, và nhóm các mục theo thời gian xóa.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chức năng thứ ba: xem nội dung ngay trong app và nén giải nén.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xem ảnh hỗ trợ toàn màn hình, zoom bằng PhotoView và vuốt chuyển ảnh bằng ViewPager2.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phát bằng ExoPlayer với đầy đủ điều khiển; text viewer hỗ trợ nhiều định dạng văn bản thường gặp.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xem EXIF trích xuất và hiển thị thông tin kỹ thuật của ảnh: máy ảnh, thông số chụp, GPS, thời 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Nén và giải nén ngay trong app, có tiến trình và tự đặt tên tránh trùng. Đặc biệt chú trọng chống lỗ hổng Zip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cuối: tính năng bảo mật, quyền hệ thống và quy trình tích hợp mã nguồn.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Két bảo mật mở bằng cử chỉ ẩn, yêu cầu mật khẩu, và ẩn hoàn toàn tệp riêng tư khỏi màn hình duyệt.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Ứng dụng xin quyền truy cập bộ nhớ phù hợp từng phiên bản Android và dùng FileProvider để chia sẻ tệp an toàn.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nhánh main4 (Vault, Trash nâng cao) và ngohung (viewer, archive) được hợp nhất thành 41 file, đủ 6 nhóm chức năng, không mất tính năng nào.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thách thức chính khi tích hợp và cách nhóm giải quyết, nhấn mạnh việc phân chia quyền sở hữu file rõ ràng.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định lượng: 41 file Java, khoảng 4.800 dòng, 9 activity, 10 operation, 6 nhóm chức năng, 20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thẳng thắn nêu các hạn chế còn tồn tại và định hướng nâng cấp: mã hóa mạnh, đồng bộ đám mây, thêm định dạng nén.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 thầy cô và các bạn. Nhóm 6 sẵn sàng trả lời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1143000" cy="114300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MÔN HỌC · NHÓM 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File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dụng Quản lý Tệp trên Android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tệp · Thao tác file · Thùng rác · Trình xem đa phương tiện · Nén/Giải nén · Két bảo mật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52578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637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257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26080" y="52578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637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5257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SDK 34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52578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637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5257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viên &amp; Phân công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97380" y="20574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898" y="2318918"/>
            <a:ext cx="482803" cy="482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3200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Duyệt &amp; Điều hướng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32688" y="4160520"/>
            <a:ext cx="2935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Breadcrumb, sắp xếp, tìm kiếm, chế độ List/Grid, ngăn chọn bộ nhớ, thanh điều hướng dưới. Đảm nhận vai trò tích hợp (base).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53128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10428" y="2057400"/>
            <a:ext cx="1005840" cy="1005840"/>
          </a:xfrm>
          <a:prstGeom prst="ellipse">
            <a:avLst/>
          </a:prstGeom>
          <a:solidFill>
            <a:srgbClr val="E8873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946" y="231891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53128" y="3200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B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636008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file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745736" y="4160520"/>
            <a:ext cx="2935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Tạo/Đổi tên/Di chuyển/Sao chép/Xóa, Thùng rác, chọn thư mục đích, xem thuộc tính. Thiết kế theo Command Pattern.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66176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23476" y="2057400"/>
            <a:ext cx="1005840" cy="1005840"/>
          </a:xfrm>
          <a:prstGeom prst="ellipse">
            <a:avLst/>
          </a:prstGeom>
          <a:solidFill>
            <a:srgbClr val="1E4A6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994" y="2318918"/>
            <a:ext cx="482803" cy="482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66176" y="3200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C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49056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Xem nội dung &amp; Nén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558784" y="4160520"/>
            <a:ext cx="2935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Ảnh/Video/Text/EXIF trong app, chức năng Nén/Giải nén ZIP có bảo mật Zip Slip.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600200" y="2075688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2128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19842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Mục tiêu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331720" y="2386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và định hướng dự án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46520" y="178308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6294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7406640" y="2075688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21284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19842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&amp; Công nghệ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38160" y="2386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tầng, package, tech stack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273552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34564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Shape 16"/>
          <p:cNvSpPr/>
          <p:nvPr/>
        </p:nvSpPr>
        <p:spPr>
          <a:xfrm>
            <a:off x="1600200" y="356616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7033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331720" y="3474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duyệt file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2331720" y="38770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hướng, sắp xếp, tìm kiếm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46520" y="3273552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629400" y="34564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Shape 21"/>
          <p:cNvSpPr/>
          <p:nvPr/>
        </p:nvSpPr>
        <p:spPr>
          <a:xfrm>
            <a:off x="7406640" y="356616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370332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38160" y="3474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&amp; Thùng rác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8138160" y="38770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Command Pattern, Trash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0080" y="4764024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822960" y="49469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3" name="Shape 26"/>
          <p:cNvSpPr/>
          <p:nvPr/>
        </p:nvSpPr>
        <p:spPr>
          <a:xfrm>
            <a:off x="1600200" y="5056632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5193792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331720" y="4965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&amp; Nén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2331720" y="53675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Ảnh/Video/Text/EXIF, ZIP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6446520" y="4764024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6629400" y="49469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9" name="Shape 31"/>
          <p:cNvSpPr/>
          <p:nvPr/>
        </p:nvSpPr>
        <p:spPr>
          <a:xfrm>
            <a:off x="7406640" y="5056632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5193792"/>
            <a:ext cx="292608" cy="2926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138160" y="4965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Tích hợp</a:t>
            </a:r>
            <a:endParaRPr lang="en-US" sz="1500" dirty="0"/>
          </a:p>
        </p:txBody>
      </p:sp>
      <p:sp>
        <p:nvSpPr>
          <p:cNvPr id="42" name="Text 33"/>
          <p:cNvSpPr/>
          <p:nvPr/>
        </p:nvSpPr>
        <p:spPr>
          <a:xfrm>
            <a:off x="8138160" y="53675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Vault, merge nhánh, kết luận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đặt ra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Android cần một trình quản lý tệp gọn nhẹ, đầy đủ tính năng và an toàn — thay vì phụ thuộc app mặc định thiếu tính năng hoặc app bên thứ ba nhiều quảng cáo.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223760" y="178308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379" y="19366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65008" y="17465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tìm &amp; sắp xếp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65008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mặc định hạn chế lọc, sắp xếp, xem nhanh.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223760" y="280720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379" y="2960827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5008" y="2770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nhầm khó khôi phục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065008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thùng rác an toàn cho tệp.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23760" y="3831336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79" y="3984955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65008" y="37947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mở app ngoài để xem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065008" y="41056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ảnh/video/text phải nhờ ứng dụng khác.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223760" y="4855464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379" y="5009083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65008" y="4818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chỗ riêng tư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065008" y="51297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nơi ẩn/bảo vệ tệp nhạy cảm.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dự án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10312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8" y="228965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075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mượt mà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74520" y="249631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 theo breadcrumb, List/Grid, sắp xếp &amp; tìm kiếm nhanh trong thư mục hiện tại.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46520" y="17830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20840" y="210312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378" y="228965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80960" y="2075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đầy đủ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680960" y="249631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Tạo, đổi tên, di chuyển, sao chép, xóa — hỗ trợ chọn nhiều tệp cùng lúc.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8404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416052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8" y="4347058"/>
            <a:ext cx="404165" cy="4041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7452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dữ liệu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874520" y="455371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Thùng rác tự xóa sau 30 ngày, khôi phục dễ dàng, chống Zip Slip khi giải nén.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46520" y="38404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720840" y="416052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378" y="4347058"/>
            <a:ext cx="404165" cy="40416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8096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gọn trong app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680960" y="455371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ảnh/video/text/EXIF và nén/giải nén ngay, không rời ứng dụng.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nhóm chức năng chính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5740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30" y="225491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&amp; Điều hướng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32688" y="32735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· Sort · Search · List/Grid · Storage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453128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73168" y="205740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678" y="225491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45736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file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745736" y="32735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· Đổi tên · Move · Copy · Xóa · Chọn nhiều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66176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586216" y="205740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1E4A68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26" y="2254910"/>
            <a:ext cx="427939" cy="42793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58784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Thùng rác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558784" y="32735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mềm · Tự xóa 30 ngày · Khôi phục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0080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25196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630" y="4449470"/>
            <a:ext cx="427939" cy="42793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2688" y="5166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nội dung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932688" y="5468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· Video · Text · EXIF (trong app)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453128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773168" y="425196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0678" y="4449470"/>
            <a:ext cx="427939" cy="42793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745736" y="5166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/ Giải nén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4745736" y="5468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· Progress dialog · Chống Zip Slip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8266176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586216" y="425196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1E4A68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3726" y="4449470"/>
            <a:ext cx="427939" cy="427939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558784" y="5166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bảo mật (Vault)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8558784" y="5468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tệp · Mật khẩu · Cử chỉ mở khóa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Ngôn ngữ &amp; Thư viện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7373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240280"/>
            <a:ext cx="35204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Nền tảng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27889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ngữ: Java (Java 8)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compileSdk 34 · targetSdk 34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minSdk 24 (Android 7.0+)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Kotlin DSL (.kts)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53128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53128" y="17373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E8873B"/>
          </a:solidFill>
          <a:ln/>
        </p:spPr>
      </p:sp>
      <p:sp>
        <p:nvSpPr>
          <p:cNvPr id="14" name="Shape 11"/>
          <p:cNvSpPr/>
          <p:nvPr/>
        </p:nvSpPr>
        <p:spPr>
          <a:xfrm>
            <a:off x="4453128" y="2240280"/>
            <a:ext cx="3520440" cy="274320"/>
          </a:xfrm>
          <a:prstGeom prst="rect">
            <a:avLst/>
          </a:prstGeom>
          <a:solidFill>
            <a:srgbClr val="E8873B"/>
          </a:solidFill>
          <a:ln/>
        </p:spPr>
      </p:sp>
      <p:sp>
        <p:nvSpPr>
          <p:cNvPr id="15" name="Text 12"/>
          <p:cNvSpPr/>
          <p:nvPr/>
        </p:nvSpPr>
        <p:spPr>
          <a:xfrm>
            <a:off x="4727448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diện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73168" y="27889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Components 1.11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AndroidX AppCompat · Activity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(List/Grid)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(thumbnail ảnh)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66176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66176" y="17373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E4A6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66176" y="2240280"/>
            <a:ext cx="3520440" cy="274320"/>
          </a:xfrm>
          <a:prstGeom prst="rect">
            <a:avLst/>
          </a:prstGeom>
          <a:solidFill>
            <a:srgbClr val="1E4A68"/>
          </a:solidFill>
          <a:ln/>
        </p:spPr>
      </p:sp>
      <p:sp>
        <p:nvSpPr>
          <p:cNvPr id="20" name="Text 17"/>
          <p:cNvSpPr/>
          <p:nvPr/>
        </p:nvSpPr>
        <p:spPr>
          <a:xfrm>
            <a:off x="8540496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Đa phương tiện &amp; Nén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586216" y="27889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PhotoView (zoom ảnh)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ViewPager2 (vuốt ảnh)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ExoPlayer 2.19 (video)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ExifInterface · java.util.zip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phân tầng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F2A3F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78308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1892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Presentation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22402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· Adapters · Dialogs — MainActivity, TrashActivity, Viewer/Vault Activity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944368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F2A3F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944368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E8873B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05409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340156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domain/operation — Command Pattern: Rename, Move, Copy, Delete, Zip, Unzip…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105656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F2A3F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4105656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E4A68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42153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60120" y="456285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· Model · Storage · Trash · Vault — FileRepositoryImpl, TrashManager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66944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F2A3F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5266944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2E86AB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53766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 / Feature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60120" y="572414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ThumbnailLoader, FileUtils, MimeUtils · feature/viewer · feature/archive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635240" y="178308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0F2A3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9095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09560" y="24688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bạch trách nhiệm theo tầng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không chứa logic xử lý tệp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thao tác là một Operation độc lập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mở rộng, dễ kiểm thử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phụ thuộc chéo giữa module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package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0F2A3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938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com.example.myfile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211019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MainActivity · SearchActivity …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248351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275600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model · repository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3028493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storage · trash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3300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vault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357347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domain/operation/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384596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10 Operation (Command)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411845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ui/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8680" y="4390949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main · storage · vault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6868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feature/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68680" y="4935931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viewer (image/video/text/exif)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8680" y="520842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archive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68680" y="548091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C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utils/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92240" y="187452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028139"/>
            <a:ext cx="332842" cy="33284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333488" y="18379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Activity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333488" y="2148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chính, tìm kiếm, thùng rác, chọn thư mục, 4 viewer, vault.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92240" y="32004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59" y="3354019"/>
            <a:ext cx="332842" cy="33284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333488" y="316382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Operation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7333488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hành động với tệp là một lớp Command riêng biệt.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492240" y="452628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4679899"/>
            <a:ext cx="332842" cy="33284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33488" y="44897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file Java · ~4.800 dòng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7333488" y="4800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layout XML, 21 drawable, tổ chức theo tầng rõ ràng.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chính khi mở tệp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40180" y="24231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698" y="2684678"/>
            <a:ext cx="482803" cy="482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0080" y="3767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68680" y="4160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quyền truy cập bộ nhớ, hiển thị thư mục gốc.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200400" y="30175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3520440" y="21031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20540" y="2423160"/>
            <a:ext cx="1005840" cy="1005840"/>
          </a:xfrm>
          <a:prstGeom prst="ellipse">
            <a:avLst/>
          </a:prstGeom>
          <a:solidFill>
            <a:srgbClr val="E887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058" y="268467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520440" y="3767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749040" y="4160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hướng, sắp xếp, tìm kiếm trong thư mục.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80760" y="30175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6400800" y="21031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200900" y="24231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418" y="2684678"/>
            <a:ext cx="482803" cy="482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0080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00800" y="3767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tệp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629400" y="4160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 gọi openFile() phân loại MIME.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961120" y="30175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8" name="Shape 22"/>
          <p:cNvSpPr/>
          <p:nvPr/>
        </p:nvSpPr>
        <p:spPr>
          <a:xfrm>
            <a:off x="9281160" y="21031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081260" y="2423160"/>
            <a:ext cx="1005840" cy="1005840"/>
          </a:xfrm>
          <a:prstGeom prst="ellipse">
            <a:avLst/>
          </a:prstGeom>
          <a:solidFill>
            <a:srgbClr val="E8873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2778" y="2684678"/>
            <a:ext cx="482803" cy="48280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8116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9281160" y="3767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/ Xử lý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509760" y="4160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Ảnh→ImageViewer, video→Player, khác→ACTION_VIEW.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 Duyệt &amp; Điều hướng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· Sắp xếp · Tìm kiếm · List/Grid · Bộ nhớ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84080" y="420624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79315"/>
            <a:ext cx="808330" cy="8083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&amp; ĐIỀU HƯỚNG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hướng thông minh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9824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7922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(đường dẫn)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Root › A › B cuộn ngang; chạm một chặng để nhảy thẳng tới thư mục đó.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15468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30829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31181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điều hướng dưới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81328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nhanh giữa Gần đây (Recent) và Duyệt (Browse).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48056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463417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1328" y="4443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 độ List / Grid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81328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giữa danh sách và lưới 3 cột; dùng chung ViewHolder, badge màu theo loại.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863840" y="1737360"/>
            <a:ext cx="3108960" cy="4023360"/>
          </a:xfrm>
          <a:prstGeom prst="roundRect">
            <a:avLst>
              <a:gd name="adj" fmla="val 7353"/>
            </a:avLst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2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028432" y="2057400"/>
            <a:ext cx="2779776" cy="3383280"/>
          </a:xfrm>
          <a:prstGeom prst="roundRect">
            <a:avLst>
              <a:gd name="adj" fmla="val 3947"/>
            </a:avLst>
          </a:prstGeom>
          <a:solidFill>
            <a:srgbClr val="F5F8FA"/>
          </a:solidFill>
          <a:ln/>
        </p:spPr>
      </p:sp>
      <p:sp>
        <p:nvSpPr>
          <p:cNvPr id="21" name="Text 15"/>
          <p:cNvSpPr/>
          <p:nvPr/>
        </p:nvSpPr>
        <p:spPr>
          <a:xfrm>
            <a:off x="818388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› Documents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156448" y="2651760"/>
            <a:ext cx="252374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753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156448" y="3218688"/>
            <a:ext cx="252374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75320" y="3218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Photos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156448" y="3785616"/>
            <a:ext cx="252374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75320" y="3785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ghi_chu.txt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156448" y="4352544"/>
            <a:ext cx="252374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275320" y="4352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anh_bien.jpg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156448" y="4919472"/>
            <a:ext cx="252374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275320" y="4919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demo.mp4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&amp; ĐIỀU HƯỚNG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Sắp xếp &amp; Tìm kiếm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10312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227868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Sắp xếp (Sort)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960120" y="30632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A→Z / Z→A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 tăng / giảm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sửa mới nhất / cũ nhất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mục luôn đứng trước file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63640" y="182880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10312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25" y="227868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Tìm kiếm (Search)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583680" y="30632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tên trong thư mục hiện tại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phân biệt hoa / thường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X xóa nhanh từ khóa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Search riêng cho tìm toàn cục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&amp; ĐIỀU HƯỚNG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Ngăn chọn bộ nhớ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☰ mở ngăn kéo trái, liệt kê các nguồn lưu trữ kèm dung lượng còn trống / tổng.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514600"/>
            <a:ext cx="594360" cy="59436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66090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trong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2816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storage — thư mục gốc thiết bị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315200" y="2743200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2E9EE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0" y="2743200"/>
            <a:ext cx="1927555" cy="164592"/>
          </a:xfrm>
          <a:prstGeom prst="roundRect">
            <a:avLst>
              <a:gd name="adj" fmla="val 50000"/>
            </a:avLst>
          </a:prstGeom>
          <a:solidFill>
            <a:srgbClr val="E8873B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0" y="2944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GB / 64 GB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456432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3685032"/>
            <a:ext cx="594360" cy="59436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83133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639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SD / USB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91640" y="3986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Ổ ngoài gắn thêm (nếu có)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15200" y="3913632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2E9EE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0" y="3913632"/>
            <a:ext cx="932688" cy="164592"/>
          </a:xfrm>
          <a:prstGeom prst="roundRect">
            <a:avLst>
              <a:gd name="adj" fmla="val 50000"/>
            </a:avLst>
          </a:prstGeom>
          <a:solidFill>
            <a:srgbClr val="E8873B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0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GB / 32 GB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4626864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14400" y="4855464"/>
            <a:ext cx="594360" cy="59436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5001768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91640" y="48097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mục nhanh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691640" y="51572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DCIM, Documents…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315200" y="5285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1 chạm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file &amp; Thùng rác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Chọn nhiều · Command Pattern · Trash 30 ngày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84080" y="420624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79315"/>
            <a:ext cx="808330" cy="8083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FILE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Đầy đủ thao tác CRUD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81912" y="2039112"/>
            <a:ext cx="768096" cy="768096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55" y="2223455"/>
            <a:ext cx="399410" cy="3994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834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mới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mục &amp; tệp trống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566160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07992" y="2039112"/>
            <a:ext cx="768096" cy="768096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335" y="2223455"/>
            <a:ext cx="399410" cy="3994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2834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tên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an toàn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92240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34072" y="2039112"/>
            <a:ext cx="768096" cy="768096"/>
          </a:xfrm>
          <a:prstGeom prst="roundRect">
            <a:avLst>
              <a:gd name="adj" fmla="val 26000"/>
            </a:avLst>
          </a:prstGeom>
          <a:solidFill>
            <a:srgbClr val="1E4A68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415" y="2223455"/>
            <a:ext cx="399410" cy="3994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92240" y="2834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chép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9224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sang đích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418320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360152" y="2039112"/>
            <a:ext cx="768096" cy="768096"/>
          </a:xfrm>
          <a:prstGeom prst="roundRect">
            <a:avLst>
              <a:gd name="adj" fmla="val 26000"/>
            </a:avLst>
          </a:prstGeom>
          <a:solidFill>
            <a:srgbClr val="2E86A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4495" y="2223455"/>
            <a:ext cx="399410" cy="39941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18320" y="2834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chuyển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41832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/ Cut–Paste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40080" y="3657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581912" y="3913632"/>
            <a:ext cx="768096" cy="768096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6255" y="4097975"/>
            <a:ext cx="399410" cy="39941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0080" y="4709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640080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vào thùng rác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3566160" y="3657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507992" y="3913632"/>
            <a:ext cx="768096" cy="768096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335" y="4097975"/>
            <a:ext cx="399410" cy="39941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566160" y="4709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3566160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nhiều tệp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6492240" y="3657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7434072" y="3913632"/>
            <a:ext cx="768096" cy="768096"/>
          </a:xfrm>
          <a:prstGeom prst="roundRect">
            <a:avLst>
              <a:gd name="adj" fmla="val 26000"/>
            </a:avLst>
          </a:prstGeom>
          <a:solidFill>
            <a:srgbClr val="1E4A68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8415" y="4097975"/>
            <a:ext cx="399410" cy="39941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492240" y="4709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Vault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6492240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vào két bảo mật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9418320" y="3657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10360152" y="3913632"/>
            <a:ext cx="768096" cy="768096"/>
          </a:xfrm>
          <a:prstGeom prst="roundRect">
            <a:avLst>
              <a:gd name="adj" fmla="val 26000"/>
            </a:avLst>
          </a:prstGeom>
          <a:solidFill>
            <a:srgbClr val="2E86A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4495" y="4097975"/>
            <a:ext cx="399410" cy="39941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418320" y="4709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 tính</a:t>
            </a:r>
            <a:endParaRPr lang="en-US" sz="1400" dirty="0"/>
          </a:p>
        </p:txBody>
      </p:sp>
      <p:sp>
        <p:nvSpPr>
          <p:cNvPr id="46" name="Text 35"/>
          <p:cNvSpPr/>
          <p:nvPr/>
        </p:nvSpPr>
        <p:spPr>
          <a:xfrm>
            <a:off x="9418320" y="4983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· Size · Ngày · Path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Pattern: Command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thao tác với tệp được đóng gói thành một lớp Operation triển khai giao diện FileOperation — dễ thêm mới, dễ tái sử dụng và kiểm thử.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8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FileOperation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execute() : boolean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7764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2468880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4688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RenameOperation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65008" y="2468880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56448" y="24688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MoveOperation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735056" y="2468880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826496" y="24688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CopyOperation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94960" y="3236976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323697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DeleteOperation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065008" y="3236976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56448" y="323697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SoftDeleteOperation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0735056" y="3236976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826496" y="323697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CreateFolderOperation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394960" y="4005072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0" y="4005072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CreateFileOperation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65008" y="4005072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56448" y="4005072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ZipOperation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735056" y="4005072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826496" y="4005072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UnzipOperation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Thêm thao tác mới = thêm 1 lớp, không sửa code cũ (nguyên tắc Open/Closed).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THÙNG RÁC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Xóa an toàn &amp; Khôi phục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9824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792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mềm (Soft delete)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Tệp chuyển vào thùng rác thay vì mất vĩnh viễn; lưu metadata qua SharedPreferences.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12724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280867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30906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xóa sau 30 ngày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81328" y="3401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Dọn dẹp tự động các mục quá hạn để giải phóng bộ nhớ.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425696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4579315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1328" y="43891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phục &amp; Xóa hẳn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81328" y="4700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phục về vị trí cũ, hoặc xóa vĩnh viễn có xác nhận; hỗ trợ hàng loạt.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0" y="1783080"/>
            <a:ext cx="4709160" cy="3977640"/>
          </a:xfrm>
          <a:prstGeom prst="roundRect">
            <a:avLst>
              <a:gd name="adj" fmla="val 2299"/>
            </a:avLst>
          </a:prstGeom>
          <a:solidFill>
            <a:srgbClr val="0F2A3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13232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theo thời gian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132320" y="251460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16374F"/>
          </a:solidFill>
          <a:ln/>
        </p:spPr>
      </p:sp>
      <p:sp>
        <p:nvSpPr>
          <p:cNvPr id="22" name="Text 16"/>
          <p:cNvSpPr/>
          <p:nvPr/>
        </p:nvSpPr>
        <p:spPr>
          <a:xfrm>
            <a:off x="7315200" y="25146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601200" y="251460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mục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132320" y="3172968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16374F"/>
          </a:solidFill>
          <a:ln/>
        </p:spPr>
      </p:sp>
      <p:sp>
        <p:nvSpPr>
          <p:cNvPr id="25" name="Text 19"/>
          <p:cNvSpPr/>
          <p:nvPr/>
        </p:nvSpPr>
        <p:spPr>
          <a:xfrm>
            <a:off x="7315200" y="31729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qua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601200" y="31729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mục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132320" y="3831336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16374F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0" y="38313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ngày trước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601200" y="38313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mục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132320" y="4489704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16374F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0" y="44897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6 20, 2026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601200" y="448970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mục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Trình xem &amp; Nén / Giải nén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· Video · Text · EXIF · ZIP an toàn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84080" y="420624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79315"/>
            <a:ext cx="808330" cy="8083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Xem ảnh trong ứng dụng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9824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7922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màn hình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ảnh full-screen, nền tối tập trung vào nội dung.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12724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280867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30906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&amp; Pan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81328" y="3401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Phóng to/thu nhỏ mượt bằng thư viện PhotoView.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425696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4579315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1328" y="43891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Vuốt chuyển ảnh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81328" y="47000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ViewPager2 cho phép lướt trái/phải qua các ảnh cùng thư mục.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772400" y="1783080"/>
            <a:ext cx="3200400" cy="3977640"/>
          </a:xfrm>
          <a:prstGeom prst="roundRect">
            <a:avLst>
              <a:gd name="adj" fmla="val 5714"/>
            </a:avLst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2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092440" y="260604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2E86AB"/>
          </a:solidFill>
          <a:ln/>
        </p:spPr>
      </p:sp>
      <p:sp>
        <p:nvSpPr>
          <p:cNvPr id="21" name="Shape 15"/>
          <p:cNvSpPr/>
          <p:nvPr/>
        </p:nvSpPr>
        <p:spPr>
          <a:xfrm>
            <a:off x="8869680" y="30861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198" y="3347618"/>
            <a:ext cx="482803" cy="482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 1 / 5  ›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&amp; Văn bản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10312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230063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Player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60120" y="31546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MP4 ngay trong app (ExoPlayer)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Pause, tua thời gian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phát trực quan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trình phát ngoài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63640" y="182880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10312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1E4A68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470" y="230063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Viewer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583680" y="31546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.txt / .log / .json / .md …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Cuộn nội dung dài mượt mà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đúng mã hóa văn bản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riêng khỏi MainActivity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Thông tin ảnh — EXIF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metadata EXIF của ảnh bằng ExifInterface — hiển thị chi tiết kỹ thuật mà không cần app ngoài.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69748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8620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ảnh &amp; Ống kính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tiêu cự, khẩu độ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453128" y="2331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27448" y="269748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620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04688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số chụp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504688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ISO, tốc độ, đèn flash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66176" y="2331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40496" y="269748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8620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17736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(GPS)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317736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Tọa độ nếu ảnh có gắn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3977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43434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50799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42702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169164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giờ chụp gốc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453128" y="3977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727448" y="43434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50799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04688" y="42702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5504688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phân giải W × H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266176" y="3977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540496" y="43434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4507992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317736" y="42702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&amp; Khác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9317736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phần mềm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/ GIẢI NÉN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 an toàn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9824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7922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nhiều tệp/thư mục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thành .zip; hiển thị hộp thoại tiến trình khi xử lý nền.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12724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280867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30906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nén có xác nhận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81328" y="34015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thư mục đích; tự đặt tên tránh trùng (thêm hậu tố).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425696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4579315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1328" y="43891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Zip Slip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81328" y="47000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đường dẫn entry; hủy &amp; dọn dẹp nếu phát hiện tệp độc hại.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040880" y="1783080"/>
            <a:ext cx="4526280" cy="3977640"/>
          </a:xfrm>
          <a:prstGeom prst="roundRect">
            <a:avLst>
              <a:gd name="adj" fmla="val 2299"/>
            </a:avLst>
          </a:prstGeom>
          <a:solidFill>
            <a:srgbClr val="0F2A3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801100" y="2057400"/>
            <a:ext cx="1005840" cy="1005840"/>
          </a:xfrm>
          <a:prstGeom prst="ellipse">
            <a:avLst/>
          </a:prstGeom>
          <a:solidFill>
            <a:srgbClr val="E8873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2618" y="2318918"/>
            <a:ext cx="482803" cy="482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3200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Zip Slip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7360920" y="3611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các entry dạng "../" ghi đè ra ngoài thư mục đích — lỗ hổng phổ biến trong giải nén ZIP.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36092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chạy nền + Handler cập nhật UI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&amp; Tích hợp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Vault · Quyền hệ thống · Hợp nhất nhánh Git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84080" y="420624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79315"/>
            <a:ext cx="808330" cy="8083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Két riêng tư — Private Vault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9824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7922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bằng cử chỉ ẩn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Vuốt xuống &amp; giữ ở đầu danh sách ~1 giây để lộ cổng vào Vault.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12724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280867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30906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&amp; kiểm tra mật khẩu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81328" y="3401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tạo mật khẩu; các lần sau phải nhập đúng mới mở.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425696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4579315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1328" y="4389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tệp khỏi danh sách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81328" y="47000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Vault chuyển tệp vào thư mục ẩn; loại khỏi màn hình duyệt.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818120" y="1783080"/>
            <a:ext cx="3154680" cy="3977640"/>
          </a:xfrm>
          <a:prstGeom prst="roundRect">
            <a:avLst>
              <a:gd name="adj" fmla="val 5797"/>
            </a:avLst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2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755380" y="2606040"/>
            <a:ext cx="1280160" cy="1280160"/>
          </a:xfrm>
          <a:prstGeom prst="ellipse">
            <a:avLst/>
          </a:prstGeom>
          <a:solidFill>
            <a:srgbClr val="E8873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8222" y="2938882"/>
            <a:ext cx="614477" cy="61447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1812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Vault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8275320" y="46177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1637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275320" y="4617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• • • •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818120" y="5303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Quyền &amp; Chia sẻ tệp an toàn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20281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837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truy cập bộ nhớ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MANAGE_EXTERNAL_STORAGE cho Android 11+; READ/WRITE cho bản cũ (maxSdk).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2004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35401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31638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FileProvider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81328" y="3474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tệp qua content:// URI thay vì file:// — tránh FileUriExposedException.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52628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467989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1328" y="44897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requestLegacyExternalStorage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81328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thích ngược để duyệt tệp trên nhiều phiên bản Android.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949440" y="1874520"/>
            <a:ext cx="4617720" cy="3749040"/>
          </a:xfrm>
          <a:prstGeom prst="roundRect">
            <a:avLst>
              <a:gd name="adj" fmla="val 2439"/>
            </a:avLst>
          </a:prstGeom>
          <a:solidFill>
            <a:srgbClr val="0F2A3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22376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223760" y="24688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&lt;uses-permission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MANAGE_EXTERNAL_STORAGE /&gt;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&lt;provider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authorities=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"${applicationId}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.fileprovider"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grantUriPermissions=true/&gt;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Hợp nhất nhánh (Git merge)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nhánh phát triển song song được tích hợp thành một mã nguồn thống nhất — giữ trọn mọi chức năng.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560320"/>
            <a:ext cx="685800" cy="68580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7249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main4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8680" y="33832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Vault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Thùng rác nâng cao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theo ngày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thư mục hệ thống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23317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560320"/>
            <a:ext cx="685800" cy="68580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7249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B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23544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ngohung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412480" y="33832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đa phương tiện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viewer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Nén/Giải nén mới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PhotoView…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343400" y="278892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554980" y="301752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273" y="3302813"/>
            <a:ext cx="526694" cy="5266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343400" y="4160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MERGED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4343400" y="45537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file · đủ 6 chức năng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02336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81812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◂</a:t>
            </a: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Thách thức &amp; Giải pháp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574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2199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Xung đột file dùng chung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691640" y="2624328"/>
            <a:ext cx="397764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91640" y="26974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người giữ vai trò base; người khác chỉ gọi class của mình.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46520" y="17830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720840" y="20574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2219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nén khác nhau giữa 2 nhánh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498080" y="2624328"/>
            <a:ext cx="397764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98080" y="26974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nhất theo bản mới (có progress + bảo mật), sửa nơi gọi cho khớp.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148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2793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authority FileProvider (.provider)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691640" y="4681728"/>
            <a:ext cx="397764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691640" y="47548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về .fileprovider khớp Manifest — tránh crash khi mở tệp.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46520" y="38404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20840" y="411480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427939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Rò rỉ logic trong MainActivity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498080" y="4681728"/>
            <a:ext cx="397764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498080" y="47548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viewer/archive/properties ra Helper riêng theo phân công.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án qua những con số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Java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53128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53128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8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~4.800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4453128" y="2880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code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66176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66176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4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8266176" y="2880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886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41148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640080" y="4937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453128" y="3886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453128" y="41148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8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21" name="Text 18"/>
          <p:cNvSpPr/>
          <p:nvPr/>
        </p:nvSpPr>
        <p:spPr>
          <a:xfrm>
            <a:off x="4453128" y="4937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chức năng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266176" y="3886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66176" y="41148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600" dirty="0"/>
          </a:p>
        </p:txBody>
      </p:sp>
      <p:sp>
        <p:nvSpPr>
          <p:cNvPr id="24" name="Text 21"/>
          <p:cNvSpPr/>
          <p:nvPr/>
        </p:nvSpPr>
        <p:spPr>
          <a:xfrm>
            <a:off x="8266176" y="4937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XML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&amp; Kế hoạch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10312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227868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hiện tại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60120" y="30632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tên tệp .zip khi nén cần tinh chỉnh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 Vault lưu cục bộ (chưa mã hóa mạnh)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hỗ trợ đám mây / chia sẻ mạng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tối (dark mode) chưa đầy đủ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82880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0F2A3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10312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25" y="227868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tương lai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583680" y="30632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AES cho tệp trong Vault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đám mây (Drive / OneDrive)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RAR / 7z, nén có mật khẩu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&amp; đa ngôn ngữ hoàn chỉnh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657600"/>
            <a:ext cx="4572000" cy="457200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005840" cy="100584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01864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các bạn đã lắng nghe!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File — Ứng dụng Quản lý Tệp trên Android · Nhóm 6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212080"/>
            <a:ext cx="2926080" cy="594360"/>
          </a:xfrm>
          <a:prstGeom prst="roundRect">
            <a:avLst>
              <a:gd name="adj" fmla="val 4923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0F2A3F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5212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cho 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File - Ung dung Quan ly Tep Android</dc:title>
  <dc:subject>PptxGenJS Presentation</dc:subject>
  <dc:creator>Nhom 6</dc:creator>
  <cp:lastModifiedBy>Nhom 6</cp:lastModifiedBy>
  <cp:revision>1</cp:revision>
  <dcterms:created xsi:type="dcterms:W3CDTF">2026-07-28T13:53:39Z</dcterms:created>
  <dcterms:modified xsi:type="dcterms:W3CDTF">2026-07-28T13:53:39Z</dcterms:modified>
</cp:coreProperties>
</file>