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Báo cáo kết quả của Nhóm 6: các chức năng ứng dụng My File đã làm được, kèm trạng thái hoàn thành.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Sáu nhóm chức năng, chín màn hình, hơn ba mươi tính năng — tất cả hoàn thành và hoạt động.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Sáu nhóm chức năng, mỗi nhóm đều có dấu tích hoàn thành. Các phần sau đi vào chi tiết kèm ảnh minh họa.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quả triển khai: chạy trên Android 7 trở lên, 9 màn hình, build được APK, tích hợp từ 2 nhánh.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Điều hướng: breadcrumb, tab dưới, back thông minh, đổi list/grid.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Sắp xếp đa tiêu chí: tên, kích thước, ngày; thư mục luôn đứng trước.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Tìm kiếm lọc nhanh không phân biệt hoa thường, có màn hình riêng và lịch sử.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Ngăn chọn bộ nhớ: bộ nhớ trong, thẻ ngoài kèm dung lượng, thư mục nhanh.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 thao tác: tạo, đổi tên, xóa, chia sẻ, thuộc tính, nén — trên từng tệp.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chuyển &amp; sao chép qua FolderPicker, hỗ trợ cut-paste, xử lý trùng tên, tiến trình.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Chọn nhiều để thao tác hàng loạt, có thanh công cụ và tiến trình.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Thùng rác: xóa mềm, khôi phục, xóa hẳn có xác nhận, hàng loạt, nhóm theo ngày.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Vòng đời: xóa (ngày 0) → giữ 30 ngày có thể khôi phục → tự động xóa vĩnh viễn.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Xem ảnh toàn màn hình, zoom PhotoView, vuốt chuyển ảnh, có chỉ số.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Phát video MP4 trong app bằng ExoPlayer, có play/pause và tua.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viewer đọc nhiều định dạng, cuộn mượt, hiển thị đúng mã hóa.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EXIF viewer hiển thị máy ảnh, thông số chụp, GPS, thời gian, kích thước, hướng.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Nén và giải nén trong app, có tiến trình chạy nền, tự đặt tên tránh trùng.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Zip Slip: kiểm tra tên entry và canonical path; phát hiện độc hại thì ném lỗi, hủy và dọn dẹp.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Vault ẩn tệp riêng tư, hỗ trợ bulk, khôi phục, và ẩn thư mục hệ thống.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Vault: cử chỉ ẩn → xác thực mật khẩu → vào màn hình Vault xem và khôi phục tệp.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tổng hợp trạng thái từng chức năng — tất cả đều đã hoàn thành.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Bảng tổng hợp trạng thái từng chức năng — tất cả đều đã hoàn thành.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 định lượng: 6/6 nhóm, 30+ tính năng, 9 màn hình, 10 operation, 4 viewer, 41 file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luận: 100% mục tiêu, ổn định, sẵn sàng demo. Điểm nổi bật và hướng phát triển. Cảm ơn &amp;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31520"/>
            <a:ext cx="1097280" cy="10972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99486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KẾT QUẢ · NHÓM 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14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File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dụng Quản lý Tệp Android — Các chức năng đã hoàn thành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1637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5120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 năng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66160" y="452628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1637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566160" y="5120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309360" y="452628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16374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4617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309360" y="5120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Java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đạt được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đầy đủ 6 nhóm chức năng đề ra, tất cả đều chạy được và tích hợp trong một ứng dụng thống nhất.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3291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 năng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547872" y="21945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547872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3547872" y="3291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(Activity)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55664" y="21945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55664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8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455664" y="3291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cụ thể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363456" y="219456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363456" y="24688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9363456" y="3291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tích hợp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0080" y="4297680"/>
            <a:ext cx="109270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440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độ hoàn thành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14400" y="4983480"/>
            <a:ext cx="8595360" cy="457200"/>
          </a:xfrm>
          <a:prstGeom prst="roundRect">
            <a:avLst>
              <a:gd name="adj" fmla="val 50000"/>
            </a:avLst>
          </a:prstGeom>
          <a:solidFill>
            <a:srgbClr val="E2E9EE"/>
          </a:solidFill>
          <a:ln/>
        </p:spPr>
      </p:sp>
      <p:sp>
        <p:nvSpPr>
          <p:cNvPr id="23" name="Shape 20"/>
          <p:cNvSpPr/>
          <p:nvPr/>
        </p:nvSpPr>
        <p:spPr>
          <a:xfrm>
            <a:off x="914400" y="4983480"/>
            <a:ext cx="8595360" cy="457200"/>
          </a:xfrm>
          <a:prstGeom prst="roundRect">
            <a:avLst>
              <a:gd name="adj" fmla="val 50000"/>
            </a:avLst>
          </a:prstGeom>
          <a:solidFill>
            <a:srgbClr val="1E9E6A"/>
          </a:solidFill>
          <a:ln/>
        </p:spPr>
      </p:sp>
      <p:sp>
        <p:nvSpPr>
          <p:cNvPr id="24" name="Text 21"/>
          <p:cNvSpPr/>
          <p:nvPr/>
        </p:nvSpPr>
        <p:spPr>
          <a:xfrm>
            <a:off x="9692640" y="4892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đồ chức năng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1984248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8" y="2170786"/>
            <a:ext cx="404165" cy="40416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93592" y="1984248"/>
            <a:ext cx="365760" cy="36576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2029968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898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&amp; Điều hướng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914400" y="3209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· Sort · Search · List/Grid · Bộ nhớ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45312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727448" y="1984248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986" y="2170786"/>
            <a:ext cx="404165" cy="40416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406640" y="1984248"/>
            <a:ext cx="365760" cy="36576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20299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727448" y="2898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file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4727448" y="3209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· Rename · Move · Copy · Cut · Xóa · Share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8266176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8540496" y="1984248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7034" y="2170786"/>
            <a:ext cx="404165" cy="404165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1219688" y="1984248"/>
            <a:ext cx="365760" cy="36576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5408" y="2029968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8540496" y="2898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Thùng rác</a:t>
            </a:r>
            <a:endParaRPr lang="en-US" sz="1450" dirty="0"/>
          </a:p>
        </p:txBody>
      </p:sp>
      <p:sp>
        <p:nvSpPr>
          <p:cNvPr id="27" name="Text 18"/>
          <p:cNvSpPr/>
          <p:nvPr/>
        </p:nvSpPr>
        <p:spPr>
          <a:xfrm>
            <a:off x="8540496" y="3209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mềm · Tự xóa 30 ngày · Khôi phục · Bulk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640080" y="395020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914400" y="4242816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938" y="4429354"/>
            <a:ext cx="404165" cy="404165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3593592" y="4242816"/>
            <a:ext cx="365760" cy="36576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9312" y="4288536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14400" y="51572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nội dung</a:t>
            </a:r>
            <a:endParaRPr lang="en-US" sz="1450" dirty="0"/>
          </a:p>
        </p:txBody>
      </p:sp>
      <p:sp>
        <p:nvSpPr>
          <p:cNvPr id="34" name="Text 23"/>
          <p:cNvSpPr/>
          <p:nvPr/>
        </p:nvSpPr>
        <p:spPr>
          <a:xfrm>
            <a:off x="914400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· Video · Text · EXIF (trong app)</a:t>
            </a:r>
            <a:endParaRPr lang="en-US" sz="1050" dirty="0"/>
          </a:p>
        </p:txBody>
      </p:sp>
      <p:sp>
        <p:nvSpPr>
          <p:cNvPr id="35" name="Shape 24"/>
          <p:cNvSpPr/>
          <p:nvPr/>
        </p:nvSpPr>
        <p:spPr>
          <a:xfrm>
            <a:off x="4453128" y="395020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4727448" y="4242816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3986" y="4429354"/>
            <a:ext cx="404165" cy="404165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7406640" y="4242816"/>
            <a:ext cx="365760" cy="36576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2360" y="4288536"/>
            <a:ext cx="274320" cy="27432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4727448" y="51572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/ Giải nén</a:t>
            </a:r>
            <a:endParaRPr lang="en-US" sz="1450" dirty="0"/>
          </a:p>
        </p:txBody>
      </p:sp>
      <p:sp>
        <p:nvSpPr>
          <p:cNvPr id="41" name="Text 28"/>
          <p:cNvSpPr/>
          <p:nvPr/>
        </p:nvSpPr>
        <p:spPr>
          <a:xfrm>
            <a:off x="4727448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· Progress · Chống Zip Slip</a:t>
            </a:r>
            <a:endParaRPr lang="en-US" sz="1050" dirty="0"/>
          </a:p>
        </p:txBody>
      </p:sp>
      <p:sp>
        <p:nvSpPr>
          <p:cNvPr id="42" name="Shape 29"/>
          <p:cNvSpPr/>
          <p:nvPr/>
        </p:nvSpPr>
        <p:spPr>
          <a:xfrm>
            <a:off x="8266176" y="3950208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43" name="Shape 30"/>
          <p:cNvSpPr/>
          <p:nvPr/>
        </p:nvSpPr>
        <p:spPr>
          <a:xfrm>
            <a:off x="8540496" y="4242816"/>
            <a:ext cx="777240" cy="777240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7034" y="4429354"/>
            <a:ext cx="404165" cy="404165"/>
          </a:xfrm>
          <a:prstGeom prst="rect">
            <a:avLst/>
          </a:prstGeom>
        </p:spPr>
      </p:pic>
      <p:sp>
        <p:nvSpPr>
          <p:cNvPr id="45" name="Shape 31"/>
          <p:cNvSpPr/>
          <p:nvPr/>
        </p:nvSpPr>
        <p:spPr>
          <a:xfrm>
            <a:off x="11219688" y="4242816"/>
            <a:ext cx="365760" cy="36576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65408" y="4288536"/>
            <a:ext cx="274320" cy="274320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8540496" y="51572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bảo mật (Vault)</a:t>
            </a:r>
            <a:endParaRPr lang="en-US" sz="1450" dirty="0"/>
          </a:p>
        </p:txBody>
      </p:sp>
      <p:sp>
        <p:nvSpPr>
          <p:cNvPr id="48" name="Text 33"/>
          <p:cNvSpPr/>
          <p:nvPr/>
        </p:nvSpPr>
        <p:spPr>
          <a:xfrm>
            <a:off x="8540496" y="5468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 chỉ ẩn · Mật khẩu · Ẩn tệp · Bulk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TRIỂN KHAI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&amp; Môi trường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" y="187452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5" y="20500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8562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Android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00200" y="22219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 24 (Android 7.0+) · targetSdk 34 · Java 8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85800" y="288036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E8873B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305592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862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màn hình hoạt động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600200" y="32278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Main, Search, Trash, FolderPicker, 4 Viewer, Vault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5800" y="388620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1E9E6A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5" y="406176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8679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được APK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600200" y="42336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workflow GitHub Actions tự động đóng gói APK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85800" y="4892040"/>
            <a:ext cx="731520" cy="731520"/>
          </a:xfrm>
          <a:prstGeom prst="roundRect">
            <a:avLst>
              <a:gd name="adj" fmla="val 26000"/>
            </a:avLst>
          </a:prstGeom>
          <a:solidFill>
            <a:srgbClr val="1E4A68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5" y="506760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4873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thống nhất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600200" y="5239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nhất 2 nhánh thành 1 mã nguồn · 41 file Java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8138160" y="1737360"/>
            <a:ext cx="3017520" cy="4206240"/>
          </a:xfrm>
          <a:prstGeom prst="roundRect">
            <a:avLst>
              <a:gd name="adj" fmla="val 6061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914400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5" name="Shape 18"/>
          <p:cNvSpPr/>
          <p:nvPr/>
        </p:nvSpPr>
        <p:spPr>
          <a:xfrm>
            <a:off x="900684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724912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3816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8366760" y="4096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chính của app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366760" y="5440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Duyệt &amp; Điều hướng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· Sắp xếp · Tìm kiếm · List/Grid · Bộ nhớ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784080" y="416052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33595"/>
            <a:ext cx="808330" cy="808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7091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4800600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818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709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DUYỆT &amp; ĐIỀU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hướng thư mục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bấm được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› A › B, cuộn ngang, nhảy tới chặng bất kỳ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điều hướng dưới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Gần đây (Recent) / Duyệt (Browse)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Back thông minh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Lùi thư mục cha, xử lý nút back hệ thống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 List / Grid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danh sách ↔ lưới 3 cột, badge màu theo loại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duyệt + breadcrumb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DUYỆT &amp; ĐIỀU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Sắp xếp (Sort)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tên A→Z / Z→A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bảng chữ cái hai chiều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kích thước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dần / giảm dần dung lượng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ngày sửa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 nhất / cũ nhất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mục ưu tiên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luôn đứng trước file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thoại chọn kiểu Sort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DUYỆT &amp; ĐIỀU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Tìm kiếm (Search)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tên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trong thư mục hiện tại theo thời gian thực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phân biệt hoa/thường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kiểu nào cũng khớp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nhanh từ khóa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X làm sạch ô tìm kiếm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Search riêng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SearchActivity + lịch sử tìm kiếm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Search + kết quả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DUYỆT &amp; ĐIỀU HƯỚNG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nguồn bộ nhớ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kéo bộ nhớ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☰ mở drawer trái liệt kê nguồn lưu trữ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nhớ trong &amp; Thẻ ngoài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dung lượng trống / tổng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mục nhanh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· DCIM · Documents một chạm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5" name="Shape 18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Drawer chọn bộ nhớ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Thao tác file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· Đổi tên · Move · Copy · Xóa · Chia sẻ · Chọn nhiều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784080" y="416052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33595"/>
            <a:ext cx="808330" cy="808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7091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4800600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818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709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THAO TÁC FILE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thao tác tệp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thư mục / tệp trống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85800" y="2523744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55117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459736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tên (Rename)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85800" y="3200400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227832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43000" y="31363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→ đưa vào thùng rác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85800" y="3877056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9044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43000" y="381304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sẻ qua FileProvider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685800" y="4553712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4581144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43000" y="4489704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thuộc tính: tên · size · ngày · path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685800" y="523036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5257800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143000" y="5166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tệp thành ZIP</a:t>
            </a:r>
            <a:endParaRPr lang="en-US" sz="1400" dirty="0"/>
          </a:p>
        </p:txBody>
      </p:sp>
      <p:sp>
        <p:nvSpPr>
          <p:cNvPr id="29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31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chuột phải / long-press</a:t>
            </a:r>
            <a:endParaRPr lang="en-US" sz="1250" dirty="0"/>
          </a:p>
        </p:txBody>
      </p:sp>
      <p:sp>
        <p:nvSpPr>
          <p:cNvPr id="35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THAO TÁC FILE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chuyển &amp; Sao chép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thư mục đích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FolderPicker duyệt tới nơi cần đến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/ Dán (Cut – Paste)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Cắt tệp rồi dán ở thư mục bất kỳ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trùng tên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khi đích đã tồn tại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trình cho tệp lớn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khi sao chép/di chuyển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FolderPicker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THAO TÁC FILE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nhiều &amp; Hàng loạt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 độ chọn nhiều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multi-select với ô đánh dấu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hàng loạt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· Move · Copy · Nén · Vào Vault cùng lúc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công cụ chọn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số lượng đã chọn, hủy nhanh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trình trực quan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cho nhiều tệp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chọn nhiều + hành động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Thùng rác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mềm · Tự xóa 30 ngày · Khôi phục · Nhóm theo ngày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784080" y="416052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33595"/>
            <a:ext cx="808330" cy="808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7091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4800600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818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709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THÙNG RÁC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Xóa an toàn &amp; Khôi phục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mềm (Soft delete)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thùng rác thay vì mất; lưu metadata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phục về chỗ cũ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tác dễ dàng, xử lý trùng đích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vĩnh viễn &amp; Bulk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xác nhận; khôi phục / xóa hàng loạt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theo thời gian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Hôm nay · Hôm qua · N ngày trước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Thùng rác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THÙNG RÁC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đời tệp (30 ngày)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0 — Xóa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vào .AppTrash, lưu thời điểm xóa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30 ngày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giữ, khôi phục bất cứ lúc nào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30 — Tự xóa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tự dọn mục quá hạn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phóng bộ nhớ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rác tồn đọng lâu dài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thùng rác kèm ngày còn lại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Trình xem nội dung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· Video · Văn bản · EXIF — ngay trong ứng dụng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784080" y="416052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33595"/>
            <a:ext cx="808330" cy="808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7091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4800600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818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709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TRÌNH XEM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Xem ảnh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toàn màn hình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tối, tập trung vào ảnh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&amp; Pan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Phóng to/thu nhỏ mượt (PhotoView)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Vuốt chuyển ảnh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Lướt qua ảnh cùng thư mục (ViewPager2)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ảnh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vị trí 1 / N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ảnh (zoom)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TRÌNH XEM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Video (MP4)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ngay trong app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phát ExoPlayer, không rời ứng dụng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Pause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 phát/dừng trực quan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Tua thời gian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Kéo thanh tiến trình tới vị trí bất kỳ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MP4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dạng video phổ biến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phát video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TRÌNH XEM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Xem Văn bản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định dạng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.txt / .log / .json / .md …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Cuộn nội dung dài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mượt mà nội dung lớn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mã hóa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chính xác văn bản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riêng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TextViewerActivity độc lập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văn bản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TRÌNH XEM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Xem thông tin ảnh (EXIF)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ảnh &amp; thông số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tiêu cự, khẩu độ, ISO, tốc độ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trí GPS &amp; thời gian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Tọa độ (nếu có) và ngày giờ chụp gốc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thước &amp; hướng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phân giải, orientation, phần mềm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bằng ExifInterface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metadata ngay trong app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thông tin EXIF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Nén &amp; Giải nén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· Tiến trình · Tự đặt tên · Chống Zip Slip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784080" y="416052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33595"/>
            <a:ext cx="808330" cy="808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7091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4800600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818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709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NÉN / GIẢI NÉN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Nén &amp; Giải nén ZIP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nhiều tệp/thư mục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thành .zip, xử lý chạy nền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nén có xác nhận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thư mục đích trước khi giải nén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thoại tiến trình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trạng thái khi xử lý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đặt tên tránh trùng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hậu tố nếu tên đã tồn tại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thoại nén/giải nén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NÉN / GIẢI NÉN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Bảo mật: Chống Zip Slip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1645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entry "../" ghi đè ra ngoài thư mục đích — lỗ hổng phổ biến khi giải nén ZIP.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331720"/>
            <a:ext cx="7040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2651760"/>
            <a:ext cx="502920" cy="5029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76148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25420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dẫn hợp lệ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554480" y="2880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docs/report.pdf  →  giải nén đúng thư mục đích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931920"/>
            <a:ext cx="7040880" cy="1737360"/>
          </a:xfrm>
          <a:prstGeom prst="roundRect">
            <a:avLst>
              <a:gd name="adj" fmla="val 5263"/>
            </a:avLst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C6553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325112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114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dẫn độc hại → CHẶN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554480" y="44622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../../system/passwd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554480" y="48920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Ném SecurityException · Hủy toàn bộ &amp; dọn thư mục dở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38160" y="1737360"/>
            <a:ext cx="3017520" cy="4206240"/>
          </a:xfrm>
          <a:prstGeom prst="roundRect">
            <a:avLst>
              <a:gd name="adj" fmla="val 6061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5" name="Shape 19"/>
          <p:cNvSpPr/>
          <p:nvPr/>
        </p:nvSpPr>
        <p:spPr>
          <a:xfrm>
            <a:off x="900684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2724912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3816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366760" y="4096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chặn Zip Slip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8366760" y="5440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91840"/>
            <a:ext cx="4754880" cy="475488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6517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Két bảo mật (Vault)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 chỉ ẩn · Mật khẩu · Ẩn tệp · Bulk vault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784080" y="4160520"/>
            <a:ext cx="1554480" cy="15544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7155" y="4533595"/>
            <a:ext cx="808330" cy="8083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70916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0704" y="4800600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48188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709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HOÀN THÀNH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KÉT BẢO MẬT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Két riêng tư (Vault)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85800" y="18470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17830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tệp khỏi danh sách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" y="20756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Vault chuyển vào thư mục ẩn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85800" y="27614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8892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26974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vào Vault hàng loạt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3000" y="29900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vault cho nhiều tệp đã chọn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85800" y="36758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70332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3611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phục khỏi Vault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143000" y="39044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tệp trở lại vị trí thường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85800" y="4590288"/>
            <a:ext cx="310896" cy="310896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617720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43000" y="45262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thư mục hệ thống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1143000" y="481888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Vault/Trash/thumbnails không hiện khi duyệt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955280" y="1737360"/>
            <a:ext cx="3108960" cy="4206240"/>
          </a:xfrm>
          <a:prstGeom prst="roundRect">
            <a:avLst>
              <a:gd name="adj" fmla="val 5882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900684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29" name="Shape 21"/>
          <p:cNvSpPr/>
          <p:nvPr/>
        </p:nvSpPr>
        <p:spPr>
          <a:xfrm>
            <a:off x="886968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2724912"/>
            <a:ext cx="548640" cy="54864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55280" y="3776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8183880" y="4096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Private Vault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8183880" y="5440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 · KÉT BẢO MẬT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chế mở khóa Vault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464040" y="658368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4F5EC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10344" y="749808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768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66960" y="6583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40080" y="1874520"/>
            <a:ext cx="70408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213055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23088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783080" y="22951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Cử chỉ ẩn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783080" y="26609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Vuốt xuống ở đầu danh sách và giữ ~1 giây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3227832"/>
            <a:ext cx="70408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3483864"/>
            <a:ext cx="685800" cy="685800"/>
          </a:xfrm>
          <a:prstGeom prst="ellipse">
            <a:avLst/>
          </a:prstGeom>
          <a:solidFill>
            <a:srgbClr val="E8873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" y="366217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8308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1783080" y="36484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thực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783080" y="40142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tạo mật khẩu; lần sau nhập đúng mới qua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4581144"/>
            <a:ext cx="704088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837176"/>
            <a:ext cx="685800" cy="68580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708" y="5015484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83080" y="4764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783080" y="5001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Vào Vault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783080" y="53675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PrivateVaultActivity: xem &amp; khôi phục tệp ẩn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1737360"/>
            <a:ext cx="3017520" cy="4206240"/>
          </a:xfrm>
          <a:prstGeom prst="roundRect">
            <a:avLst>
              <a:gd name="adj" fmla="val 6061"/>
            </a:avLst>
          </a:prstGeom>
          <a:solidFill>
            <a:srgbClr val="EDF3F6"/>
          </a:solidFill>
          <a:ln w="19050">
            <a:solidFill>
              <a:srgbClr val="1C7293"/>
            </a:solidFill>
            <a:prstDash val="dash"/>
          </a:ln>
          <a:effectLst>
            <a:outerShdw sx="100000" sy="100000" kx="0" ky="0" algn="bl" rotWithShape="0" blurRad="76200" dist="25400" dir="5400000">
              <a:srgbClr val="0F2A3F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44000" y="2240280"/>
            <a:ext cx="1005840" cy="128016"/>
          </a:xfrm>
          <a:prstGeom prst="roundRect">
            <a:avLst>
              <a:gd name="adj" fmla="val 50000"/>
            </a:avLst>
          </a:prstGeom>
          <a:solidFill>
            <a:srgbClr val="CFE3EE"/>
          </a:solidFill>
          <a:ln/>
        </p:spPr>
      </p:sp>
      <p:sp>
        <p:nvSpPr>
          <p:cNvPr id="31" name="Shape 24"/>
          <p:cNvSpPr/>
          <p:nvPr/>
        </p:nvSpPr>
        <p:spPr>
          <a:xfrm>
            <a:off x="9006840" y="2359152"/>
            <a:ext cx="1280160" cy="12801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724912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13816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MINH HỌA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8366760" y="4096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Hộp thoại nhập mật khẩu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366760" y="5440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ảnh chụp màn hình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chức năng (1/2)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508760"/>
            <a:ext cx="10927080" cy="420624"/>
          </a:xfrm>
          <a:prstGeom prst="roundRect">
            <a:avLst>
              <a:gd name="adj" fmla="val 17391"/>
            </a:avLst>
          </a:prstGeom>
          <a:solidFill>
            <a:srgbClr val="0F2A3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5087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&amp; Điều hướng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69680" y="15087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14400" y="1975104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00253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192938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bấm được · Back thông minh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14400" y="2340864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6829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229514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xếp 3 tiêu chí · List/Grid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" y="2706624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73405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26609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kiếm trong thư mục · màn hình Search riêng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914400" y="3072384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09981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98448" y="302666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Ngăn chọn bộ nhớ + dung lượng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640080" y="3483864"/>
            <a:ext cx="10927080" cy="420624"/>
          </a:xfrm>
          <a:prstGeom prst="roundRect">
            <a:avLst>
              <a:gd name="adj" fmla="val 17391"/>
            </a:avLst>
          </a:prstGeom>
          <a:solidFill>
            <a:srgbClr val="0F2A3F"/>
          </a:solidFill>
          <a:ln/>
        </p:spPr>
      </p:sp>
      <p:sp>
        <p:nvSpPr>
          <p:cNvPr id="23" name="Text 16"/>
          <p:cNvSpPr/>
          <p:nvPr/>
        </p:nvSpPr>
        <p:spPr>
          <a:xfrm>
            <a:off x="868680" y="348386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file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8869680" y="348386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14400" y="3950208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97764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98448" y="390448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· Đổi tên · Move · Copy · Cut/Paste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914400" y="4315968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34340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98448" y="42702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(soft) · Chia sẻ · Xem thuộc tính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914400" y="4681728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4709160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298448" y="463600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nhiều + thao tác hàng loạt có tiến trình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640080" y="5093208"/>
            <a:ext cx="10927080" cy="420624"/>
          </a:xfrm>
          <a:prstGeom prst="roundRect">
            <a:avLst>
              <a:gd name="adj" fmla="val 17391"/>
            </a:avLst>
          </a:prstGeom>
          <a:solidFill>
            <a:srgbClr val="0F2A3F"/>
          </a:solidFill>
          <a:ln/>
        </p:spPr>
      </p:sp>
      <p:sp>
        <p:nvSpPr>
          <p:cNvPr id="35" name="Text 25"/>
          <p:cNvSpPr/>
          <p:nvPr/>
        </p:nvSpPr>
        <p:spPr>
          <a:xfrm>
            <a:off x="868680" y="509320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Thùng rác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8869680" y="509320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914400" y="5559552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586984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98448" y="55138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Xóa mềm · Tự xóa 30 ngày · Nhóm theo ngày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914400" y="5925312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32" y="5952744"/>
            <a:ext cx="201168" cy="20116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298448" y="587959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 phục · Xóa vĩnh viễn · Bulk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HỢP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chức năng (2/2)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508760"/>
            <a:ext cx="10927080" cy="420624"/>
          </a:xfrm>
          <a:prstGeom prst="roundRect">
            <a:avLst>
              <a:gd name="adj" fmla="val 17391"/>
            </a:avLst>
          </a:prstGeom>
          <a:solidFill>
            <a:srgbClr val="0F2A3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508760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nội dung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69680" y="150876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14400" y="1975104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00253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192938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ảnh: zoom, vuốt, toàn màn hình (PhotoView)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14400" y="2340864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6829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229514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video MP4 (ExoPlayer) · Xem văn bản .txt/.json…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" y="2706624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73405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26609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&amp; hiển thị EXIF của ảnh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40080" y="3118104"/>
            <a:ext cx="10927080" cy="420624"/>
          </a:xfrm>
          <a:prstGeom prst="roundRect">
            <a:avLst>
              <a:gd name="adj" fmla="val 17391"/>
            </a:avLst>
          </a:prstGeom>
          <a:solidFill>
            <a:srgbClr val="0F2A3F"/>
          </a:solidFill>
          <a:ln/>
        </p:spPr>
      </p:sp>
      <p:sp>
        <p:nvSpPr>
          <p:cNvPr id="20" name="Text 14"/>
          <p:cNvSpPr/>
          <p:nvPr/>
        </p:nvSpPr>
        <p:spPr>
          <a:xfrm>
            <a:off x="868680" y="3118104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/ Giải nén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8869680" y="311810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914400" y="3584448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61188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98448" y="35387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Nén nhiều tệp · Giải nén có xác nhận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914400" y="3950208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977640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98448" y="390448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 trình · Tự đặt tên tránh trùng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914400" y="4315968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" y="434340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98448" y="42702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Chống Zip Slip (hủy &amp; dọn dẹp)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40080" y="4727448"/>
            <a:ext cx="10927080" cy="420624"/>
          </a:xfrm>
          <a:prstGeom prst="roundRect">
            <a:avLst>
              <a:gd name="adj" fmla="val 17391"/>
            </a:avLst>
          </a:prstGeom>
          <a:solidFill>
            <a:srgbClr val="0F2A3F"/>
          </a:solidFill>
          <a:ln/>
        </p:spPr>
      </p:sp>
      <p:sp>
        <p:nvSpPr>
          <p:cNvPr id="32" name="Text 23"/>
          <p:cNvSpPr/>
          <p:nvPr/>
        </p:nvSpPr>
        <p:spPr>
          <a:xfrm>
            <a:off x="868680" y="4727448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bảo mật (Vault)</a:t>
            </a:r>
            <a:endParaRPr lang="en-US" sz="1350" dirty="0"/>
          </a:p>
        </p:txBody>
      </p:sp>
      <p:sp>
        <p:nvSpPr>
          <p:cNvPr id="33" name="Text 24"/>
          <p:cNvSpPr/>
          <p:nvPr/>
        </p:nvSpPr>
        <p:spPr>
          <a:xfrm>
            <a:off x="8869680" y="47274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914400" y="5193792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5221224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298448" y="5148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bằng cử chỉ ẩn · Mật khẩu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914400" y="5559552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586984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98448" y="551383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tệp · Move to Vault · Bulk vault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914400" y="5925312"/>
            <a:ext cx="256032" cy="256032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832" y="5952744"/>
            <a:ext cx="201168" cy="20116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298448" y="587959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 thư mục hệ thống khỏi danh sách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roundRect">
            <a:avLst>
              <a:gd name="adj" fmla="val 26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71140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72768" y="76809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bằng số liệu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65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chức năng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53128" y="17373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453128" y="1965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87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453128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cụ thể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66176" y="17373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66176" y="19659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8266176" y="27889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(Activity)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0080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4023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A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8" name="Text 15"/>
          <p:cNvSpPr/>
          <p:nvPr/>
        </p:nvSpPr>
        <p:spPr>
          <a:xfrm>
            <a:off x="640080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(Operation)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453128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453128" y="4023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21" name="Text 18"/>
          <p:cNvSpPr/>
          <p:nvPr/>
        </p:nvSpPr>
        <p:spPr>
          <a:xfrm>
            <a:off x="4453128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xem tích hợp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266176" y="379476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9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A3F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266176" y="4023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8266176" y="48463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Java · ~4.800 dòng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16374F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474720"/>
            <a:ext cx="4754880" cy="4754880"/>
          </a:xfrm>
          <a:prstGeom prst="ellipse">
            <a:avLst/>
          </a:prstGeom>
          <a:solidFill>
            <a:srgbClr val="1E4A6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960120" cy="960120"/>
          </a:xfrm>
          <a:prstGeom prst="roundRect">
            <a:avLst>
              <a:gd name="adj" fmla="val 26000"/>
            </a:avLst>
          </a:prstGeom>
          <a:solidFill>
            <a:srgbClr val="1E9E6A"/>
          </a:solidFill>
          <a:ln/>
          <a:effectLst>
            <a:outerShdw sx="100000" sy="100000" kx="0" ky="0" algn="bl" rotWithShape="0" blurRad="76200" dist="25400" dir="5400000">
              <a:srgbClr val="0F2A3F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87050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713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874520" y="10241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Hoàn thành 100% mục tiêu đề ra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374F"/>
          </a:solidFill>
          <a:ln w="12700">
            <a:solidFill>
              <a:srgbClr val="1E4A6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68780" y="24231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750" y="26371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3319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 vẹn trong 1 app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639312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374F"/>
          </a:solidFill>
          <a:ln w="12700">
            <a:solidFill>
              <a:srgbClr val="1E4A6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30852" y="2423160"/>
            <a:ext cx="822960" cy="822960"/>
          </a:xfrm>
          <a:prstGeom prst="ellipse">
            <a:avLst/>
          </a:prstGeom>
          <a:solidFill>
            <a:srgbClr val="E887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822" y="263713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22192" y="3319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 trọng an toàn dữ liệu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501384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374F"/>
          </a:solidFill>
          <a:ln w="12700">
            <a:solidFill>
              <a:srgbClr val="1E4A6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92924" y="2423160"/>
            <a:ext cx="822960" cy="822960"/>
          </a:xfrm>
          <a:prstGeom prst="ellipse">
            <a:avLst/>
          </a:prstGeom>
          <a:solidFill>
            <a:srgbClr val="1E4A6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894" y="263713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84264" y="3319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phân tầng rõ ràng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363456" y="2148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16374F"/>
          </a:solidFill>
          <a:ln w="12700">
            <a:solidFill>
              <a:srgbClr val="1E4A6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254996" y="2423160"/>
            <a:ext cx="822960" cy="822960"/>
          </a:xfrm>
          <a:prstGeom prst="ellipse">
            <a:avLst/>
          </a:prstGeom>
          <a:solidFill>
            <a:srgbClr val="1E9E6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8966" y="2637130"/>
            <a:ext cx="395021" cy="3950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46336" y="331927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nhóm chức năng chạy tốt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7724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File hoạt động ổn định, tích hợp thống nhất, sẵn sàng build APK và demo.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77240" y="47091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triển: Mã hóa AES cho Vault · Đồng bộ đám mây · RAR/7z · Dark mode &amp; đa ngôn ngữ.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777240" y="534924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14300" dist="38100" dir="5400000">
              <a:srgbClr val="0F2A3F">
                <a:alpha val="2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77240" y="5349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— Q &amp; 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 cao ket qua - My File</dc:title>
  <dc:subject>PptxGenJS Presentation</dc:subject>
  <dc:creator>Nhom 6</dc:creator>
  <cp:lastModifiedBy>Nhom 6</cp:lastModifiedBy>
  <cp:revision>1</cp:revision>
  <dcterms:created xsi:type="dcterms:W3CDTF">2026-07-28T15:20:11Z</dcterms:created>
  <dcterms:modified xsi:type="dcterms:W3CDTF">2026-07-28T15:20:11Z</dcterms:modified>
</cp:coreProperties>
</file>